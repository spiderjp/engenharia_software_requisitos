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8" r:id="rId13"/>
    <p:sldId id="279" r:id="rId14"/>
    <p:sldId id="280" r:id="rId15"/>
    <p:sldId id="281" r:id="rId16"/>
    <p:sldId id="282" r:id="rId17"/>
    <p:sldId id="283" r:id="rId18"/>
    <p:sldId id="288" r:id="rId19"/>
    <p:sldId id="289" r:id="rId20"/>
    <p:sldId id="290" r:id="rId21"/>
    <p:sldId id="291" r:id="rId22"/>
    <p:sldId id="295" r:id="rId23"/>
    <p:sldId id="297" r:id="rId24"/>
    <p:sldId id="299" r:id="rId25"/>
    <p:sldId id="300" r:id="rId26"/>
    <p:sldId id="296" r:id="rId27"/>
    <p:sldId id="301" r:id="rId28"/>
    <p:sldId id="312" r:id="rId29"/>
    <p:sldId id="268" r:id="rId30"/>
    <p:sldId id="308" r:id="rId31"/>
    <p:sldId id="311" r:id="rId32"/>
    <p:sldId id="293" r:id="rId33"/>
    <p:sldId id="309" r:id="rId34"/>
    <p:sldId id="286" r:id="rId35"/>
    <p:sldId id="318" r:id="rId36"/>
    <p:sldId id="319" r:id="rId37"/>
    <p:sldId id="305" r:id="rId38"/>
    <p:sldId id="310" r:id="rId39"/>
    <p:sldId id="265" r:id="rId40"/>
    <p:sldId id="28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D32C8-F5A6-409D-824E-14F76DF92D3D}" v="1432" dt="2020-05-08T23:42:43.328"/>
    <p1510:client id="{10A5EFE8-F7FB-44F9-8466-712F4B29DE8B}" v="352" dt="2020-05-14T19:02:36.515"/>
    <p1510:client id="{1421F376-0335-4FBA-9E87-84CFEE671C37}" v="103" dt="2020-05-07T02:04:33.599"/>
    <p1510:client id="{2591ABB4-1BB9-461D-8B8E-3F5259DFC670}" v="4" dt="2020-05-07T22:17:53.149"/>
    <p1510:client id="{383364F8-6022-4DA4-B933-539D2E5B94AC}" v="50" dt="2020-05-20T02:19:49.355"/>
    <p1510:client id="{3938DFD8-EDE5-4D75-B592-F6E1962A87D5}" v="1591" dt="2020-05-09T16:26:29.564"/>
    <p1510:client id="{3E266175-4B8A-49DA-9709-A768F32BB54E}" v="1986" dt="2020-05-08T14:07:08.634"/>
    <p1510:client id="{3F44C248-DCBD-496D-B3A4-C9CA33100096}" v="335" dt="2020-05-15T20:57:25.191"/>
    <p1510:client id="{4CD694DF-BAD0-4137-9C88-386CE9ECF2EC}" v="1" dt="2020-05-22T11:23:58.063"/>
    <p1510:client id="{53A09805-146C-4159-826D-252427067AFD}" v="135" dt="2020-05-07T18:21:33.382"/>
    <p1510:client id="{5ACD7573-12F3-4A2B-B88C-F61BC1A84E9E}" v="95" dt="2020-05-22T02:42:05.122"/>
    <p1510:client id="{695CA298-3997-4785-B4FB-FB0253AE72C5}" v="5831" dt="2020-05-07T01:39:33.277"/>
    <p1510:client id="{76433648-1B43-4454-A94C-1EAA3EA7C2FA}" v="1" dt="2020-05-09T16:52:16.445"/>
    <p1510:client id="{9216B2DC-0290-44DF-BCE8-37A4DC12C90A}" v="26" dt="2020-05-20T18:44:07.097"/>
    <p1510:client id="{932B6D72-0400-4AB1-A1BA-29A588A68A3A}" v="570" dt="2020-05-20T01:19:22.929"/>
    <p1510:client id="{97B7D6AE-C714-4F4B-8366-3E8C14BC5279}" v="16" dt="2020-05-07T22:29:51.387"/>
    <p1510:client id="{EC530C03-1DD6-4864-8566-422E12649ED9}" v="20" dt="2020-05-21T19:32:15.395"/>
    <p1510:client id="{F1665B0D-C117-4353-A5E3-27451E3577B4}" v="3514" dt="2020-05-07T22:15:28.756"/>
    <p1510:client id="{F3DCD2A9-FF51-4D62-B58E-E833B4C8D00B}" v="1407" dt="2020-05-07T23:47:27.212"/>
    <p1510:client id="{FBFDE9CC-9E5A-425A-A3F6-0ED11A4A3607}" v="104" dt="2020-05-20T02:28:10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mos" userId="cf3702be8d8ab485" providerId="Windows Live" clId="Web-{383364F8-6022-4DA4-B933-539D2E5B94AC}"/>
    <pc:docChg chg="addSld modSld sldOrd">
      <pc:chgData name="Matheus Ramos" userId="cf3702be8d8ab485" providerId="Windows Live" clId="Web-{383364F8-6022-4DA4-B933-539D2E5B94AC}" dt="2020-05-20T02:19:49.355" v="45"/>
      <pc:docMkLst>
        <pc:docMk/>
      </pc:docMkLst>
      <pc:sldChg chg="ord">
        <pc:chgData name="Matheus Ramos" userId="cf3702be8d8ab485" providerId="Windows Live" clId="Web-{383364F8-6022-4DA4-B933-539D2E5B94AC}" dt="2020-05-20T02:02:50.575" v="30"/>
        <pc:sldMkLst>
          <pc:docMk/>
          <pc:sldMk cId="209508380" sldId="287"/>
        </pc:sldMkLst>
      </pc:sldChg>
      <pc:sldChg chg="addSp delSp modSp">
        <pc:chgData name="Matheus Ramos" userId="cf3702be8d8ab485" providerId="Windows Live" clId="Web-{383364F8-6022-4DA4-B933-539D2E5B94AC}" dt="2020-05-20T01:54:34.803" v="26" actId="1076"/>
        <pc:sldMkLst>
          <pc:docMk/>
          <pc:sldMk cId="4035564074" sldId="304"/>
        </pc:sldMkLst>
        <pc:picChg chg="add mod">
          <ac:chgData name="Matheus Ramos" userId="cf3702be8d8ab485" providerId="Windows Live" clId="Web-{383364F8-6022-4DA4-B933-539D2E5B94AC}" dt="2020-05-20T01:54:34.803" v="26" actId="1076"/>
          <ac:picMkLst>
            <pc:docMk/>
            <pc:sldMk cId="4035564074" sldId="304"/>
            <ac:picMk id="3" creationId="{F41E450E-B0C3-448A-9B23-CF07A5692ABE}"/>
          </ac:picMkLst>
        </pc:picChg>
        <pc:picChg chg="del mod">
          <ac:chgData name="Matheus Ramos" userId="cf3702be8d8ab485" providerId="Windows Live" clId="Web-{383364F8-6022-4DA4-B933-539D2E5B94AC}" dt="2020-05-20T01:54:07.614" v="20"/>
          <ac:picMkLst>
            <pc:docMk/>
            <pc:sldMk cId="4035564074" sldId="304"/>
            <ac:picMk id="5" creationId="{B416FFE6-905E-4CF1-95D2-62D84B4D7A6B}"/>
          </ac:picMkLst>
        </pc:picChg>
      </pc:sldChg>
      <pc:sldChg chg="addSp delSp modSp ord">
        <pc:chgData name="Matheus Ramos" userId="cf3702be8d8ab485" providerId="Windows Live" clId="Web-{383364F8-6022-4DA4-B933-539D2E5B94AC}" dt="2020-05-20T02:19:49.355" v="45"/>
        <pc:sldMkLst>
          <pc:docMk/>
          <pc:sldMk cId="4262380584" sldId="309"/>
        </pc:sldMkLst>
        <pc:spChg chg="add mod">
          <ac:chgData name="Matheus Ramos" userId="cf3702be8d8ab485" providerId="Windows Live" clId="Web-{383364F8-6022-4DA4-B933-539D2E5B94AC}" dt="2020-05-20T02:19:49.355" v="45"/>
          <ac:spMkLst>
            <pc:docMk/>
            <pc:sldMk cId="4262380584" sldId="309"/>
            <ac:spMk id="3" creationId="{15E44CAF-F10A-40E4-93C3-C92F8D4A69BB}"/>
          </ac:spMkLst>
        </pc:spChg>
        <pc:picChg chg="del">
          <ac:chgData name="Matheus Ramos" userId="cf3702be8d8ab485" providerId="Windows Live" clId="Web-{383364F8-6022-4DA4-B933-539D2E5B94AC}" dt="2020-05-20T02:19:49.355" v="45"/>
          <ac:picMkLst>
            <pc:docMk/>
            <pc:sldMk cId="4262380584" sldId="309"/>
            <ac:picMk id="7" creationId="{3F37A8BE-4B66-42A5-811F-0629AC88BE62}"/>
          </ac:picMkLst>
        </pc:picChg>
      </pc:sldChg>
      <pc:sldChg chg="addSp delSp modSp new ord">
        <pc:chgData name="Matheus Ramos" userId="cf3702be8d8ab485" providerId="Windows Live" clId="Web-{383364F8-6022-4DA4-B933-539D2E5B94AC}" dt="2020-05-20T02:02:39.887" v="28"/>
        <pc:sldMkLst>
          <pc:docMk/>
          <pc:sldMk cId="1102098583" sldId="313"/>
        </pc:sldMkLst>
        <pc:spChg chg="del">
          <ac:chgData name="Matheus Ramos" userId="cf3702be8d8ab485" providerId="Windows Live" clId="Web-{383364F8-6022-4DA4-B933-539D2E5B94AC}" dt="2020-05-20T01:46:10.765" v="3"/>
          <ac:spMkLst>
            <pc:docMk/>
            <pc:sldMk cId="1102098583" sldId="313"/>
            <ac:spMk id="2" creationId="{DC7C2CB5-3CAA-4A26-B623-F7EE751790C1}"/>
          </ac:spMkLst>
        </pc:spChg>
        <pc:spChg chg="del">
          <ac:chgData name="Matheus Ramos" userId="cf3702be8d8ab485" providerId="Windows Live" clId="Web-{383364F8-6022-4DA4-B933-539D2E5B94AC}" dt="2020-05-20T01:45:59.374" v="1"/>
          <ac:spMkLst>
            <pc:docMk/>
            <pc:sldMk cId="1102098583" sldId="313"/>
            <ac:spMk id="3" creationId="{0E22CC50-7F51-4D71-89CD-61FB5FCF1E04}"/>
          </ac:spMkLst>
        </pc:spChg>
        <pc:spChg chg="add del mod">
          <ac:chgData name="Matheus Ramos" userId="cf3702be8d8ab485" providerId="Windows Live" clId="Web-{383364F8-6022-4DA4-B933-539D2E5B94AC}" dt="2020-05-20T01:50:26.182" v="15"/>
          <ac:spMkLst>
            <pc:docMk/>
            <pc:sldMk cId="1102098583" sldId="313"/>
            <ac:spMk id="6" creationId="{F6918748-34D4-4A1F-A70D-C1C4556D2628}"/>
          </ac:spMkLst>
        </pc:spChg>
        <pc:picChg chg="add del mod ord">
          <ac:chgData name="Matheus Ramos" userId="cf3702be8d8ab485" providerId="Windows Live" clId="Web-{383364F8-6022-4DA4-B933-539D2E5B94AC}" dt="2020-05-20T01:50:38.402" v="17" actId="14100"/>
          <ac:picMkLst>
            <pc:docMk/>
            <pc:sldMk cId="1102098583" sldId="313"/>
            <ac:picMk id="4" creationId="{B6CC1562-7E27-446F-ACC7-5F37EFF88081}"/>
          </ac:picMkLst>
        </pc:picChg>
        <pc:picChg chg="add del mod ord">
          <ac:chgData name="Matheus Ramos" userId="cf3702be8d8ab485" providerId="Windows Live" clId="Web-{383364F8-6022-4DA4-B933-539D2E5B94AC}" dt="2020-05-20T01:50:24.370" v="14"/>
          <ac:picMkLst>
            <pc:docMk/>
            <pc:sldMk cId="1102098583" sldId="313"/>
            <ac:picMk id="7" creationId="{E69759BB-E21A-4D84-ABE4-FF58F0B34002}"/>
          </ac:picMkLst>
        </pc:picChg>
      </pc:sldChg>
      <pc:sldChg chg="add replId">
        <pc:chgData name="Matheus Ramos" userId="cf3702be8d8ab485" providerId="Windows Live" clId="Web-{383364F8-6022-4DA4-B933-539D2E5B94AC}" dt="2020-05-20T02:02:37.137" v="27"/>
        <pc:sldMkLst>
          <pc:docMk/>
          <pc:sldMk cId="274020190" sldId="314"/>
        </pc:sldMkLst>
      </pc:sldChg>
      <pc:sldChg chg="add replId">
        <pc:chgData name="Matheus Ramos" userId="cf3702be8d8ab485" providerId="Windows Live" clId="Web-{383364F8-6022-4DA4-B933-539D2E5B94AC}" dt="2020-05-20T02:02:48.653" v="29"/>
        <pc:sldMkLst>
          <pc:docMk/>
          <pc:sldMk cId="2760315658" sldId="315"/>
        </pc:sldMkLst>
      </pc:sldChg>
      <pc:sldChg chg="addSp delSp modSp new ord">
        <pc:chgData name="Matheus Ramos" userId="cf3702be8d8ab485" providerId="Windows Live" clId="Web-{383364F8-6022-4DA4-B933-539D2E5B94AC}" dt="2020-05-20T02:10:28.893" v="41" actId="1076"/>
        <pc:sldMkLst>
          <pc:docMk/>
          <pc:sldMk cId="4037396019" sldId="316"/>
        </pc:sldMkLst>
        <pc:spChg chg="del">
          <ac:chgData name="Matheus Ramos" userId="cf3702be8d8ab485" providerId="Windows Live" clId="Web-{383364F8-6022-4DA4-B933-539D2E5B94AC}" dt="2020-05-20T02:07:45.542" v="34"/>
          <ac:spMkLst>
            <pc:docMk/>
            <pc:sldMk cId="4037396019" sldId="316"/>
            <ac:spMk id="3" creationId="{51696CC7-4AEE-406E-B104-D437555EEADC}"/>
          </ac:spMkLst>
        </pc:spChg>
        <pc:spChg chg="add del mod">
          <ac:chgData name="Matheus Ramos" userId="cf3702be8d8ab485" providerId="Windows Live" clId="Web-{383364F8-6022-4DA4-B933-539D2E5B94AC}" dt="2020-05-20T02:10:18.876" v="38"/>
          <ac:spMkLst>
            <pc:docMk/>
            <pc:sldMk cId="4037396019" sldId="316"/>
            <ac:spMk id="6" creationId="{391DF0EB-704B-4332-8F01-F7BBB32DFD80}"/>
          </ac:spMkLst>
        </pc:spChg>
        <pc:picChg chg="add del mod ord">
          <ac:chgData name="Matheus Ramos" userId="cf3702be8d8ab485" providerId="Windows Live" clId="Web-{383364F8-6022-4DA4-B933-539D2E5B94AC}" dt="2020-05-20T02:07:56.401" v="37"/>
          <ac:picMkLst>
            <pc:docMk/>
            <pc:sldMk cId="4037396019" sldId="316"/>
            <ac:picMk id="4" creationId="{B0096305-0008-48E2-93E1-440C2BC8D7D9}"/>
          </ac:picMkLst>
        </pc:picChg>
        <pc:picChg chg="add mod ord">
          <ac:chgData name="Matheus Ramos" userId="cf3702be8d8ab485" providerId="Windows Live" clId="Web-{383364F8-6022-4DA4-B933-539D2E5B94AC}" dt="2020-05-20T02:10:28.893" v="41" actId="1076"/>
          <ac:picMkLst>
            <pc:docMk/>
            <pc:sldMk cId="4037396019" sldId="316"/>
            <ac:picMk id="7" creationId="{AB8BB792-759F-47EC-8475-376F42D0A558}"/>
          </ac:picMkLst>
        </pc:picChg>
      </pc:sldChg>
      <pc:sldChg chg="add replId">
        <pc:chgData name="Matheus Ramos" userId="cf3702be8d8ab485" providerId="Windows Live" clId="Web-{383364F8-6022-4DA4-B933-539D2E5B94AC}" dt="2020-05-20T02:06:37.695" v="32"/>
        <pc:sldMkLst>
          <pc:docMk/>
          <pc:sldMk cId="2916588022" sldId="317"/>
        </pc:sldMkLst>
      </pc:sldChg>
      <pc:sldChg chg="add ord replId">
        <pc:chgData name="Matheus Ramos" userId="cf3702be8d8ab485" providerId="Windows Live" clId="Web-{383364F8-6022-4DA4-B933-539D2E5B94AC}" dt="2020-05-20T02:16:18.580" v="44"/>
        <pc:sldMkLst>
          <pc:docMk/>
          <pc:sldMk cId="923214978" sldId="318"/>
        </pc:sldMkLst>
      </pc:sldChg>
    </pc:docChg>
  </pc:docChgLst>
  <pc:docChgLst>
    <pc:chgData name="Matheus Ramos" userId="cf3702be8d8ab485" providerId="Windows Live" clId="Web-{4CD694DF-BAD0-4137-9C88-386CE9ECF2EC}"/>
    <pc:docChg chg="delSld">
      <pc:chgData name="Matheus Ramos" userId="cf3702be8d8ab485" providerId="Windows Live" clId="Web-{4CD694DF-BAD0-4137-9C88-386CE9ECF2EC}" dt="2020-05-22T11:23:58.063" v="0"/>
      <pc:docMkLst>
        <pc:docMk/>
      </pc:docMkLst>
      <pc:sldChg chg="del">
        <pc:chgData name="Matheus Ramos" userId="cf3702be8d8ab485" providerId="Windows Live" clId="Web-{4CD694DF-BAD0-4137-9C88-386CE9ECF2EC}" dt="2020-05-22T11:23:58.063" v="0"/>
        <pc:sldMkLst>
          <pc:docMk/>
          <pc:sldMk cId="1824618643" sldId="292"/>
        </pc:sldMkLst>
      </pc:sldChg>
    </pc:docChg>
  </pc:docChgLst>
  <pc:docChgLst>
    <pc:chgData name="Matheus Ramos" userId="cf3702be8d8ab485" providerId="Windows Live" clId="Web-{932B6D72-0400-4AB1-A1BA-29A588A68A3A}"/>
    <pc:docChg chg="addSld modSld sldOrd">
      <pc:chgData name="Matheus Ramos" userId="cf3702be8d8ab485" providerId="Windows Live" clId="Web-{932B6D72-0400-4AB1-A1BA-29A588A68A3A}" dt="2020-05-20T01:19:22.929" v="563" actId="20577"/>
      <pc:docMkLst>
        <pc:docMk/>
      </pc:docMkLst>
      <pc:sldChg chg="modSp">
        <pc:chgData name="Matheus Ramos" userId="cf3702be8d8ab485" providerId="Windows Live" clId="Web-{932B6D72-0400-4AB1-A1BA-29A588A68A3A}" dt="2020-05-20T01:12:27.933" v="411" actId="1076"/>
        <pc:sldMkLst>
          <pc:docMk/>
          <pc:sldMk cId="3743473917" sldId="268"/>
        </pc:sldMkLst>
        <pc:spChg chg="mod">
          <ac:chgData name="Matheus Ramos" userId="cf3702be8d8ab485" providerId="Windows Live" clId="Web-{932B6D72-0400-4AB1-A1BA-29A588A68A3A}" dt="2020-05-20T01:12:27.933" v="411" actId="1076"/>
          <ac:spMkLst>
            <pc:docMk/>
            <pc:sldMk cId="3743473917" sldId="268"/>
            <ac:spMk id="5" creationId="{0D081C27-9552-4497-A368-62A69B00C0D5}"/>
          </ac:spMkLst>
        </pc:spChg>
      </pc:sldChg>
      <pc:sldChg chg="ord">
        <pc:chgData name="Matheus Ramos" userId="cf3702be8d8ab485" providerId="Windows Live" clId="Web-{932B6D72-0400-4AB1-A1BA-29A588A68A3A}" dt="2020-05-20T01:02:09.872" v="2"/>
        <pc:sldMkLst>
          <pc:docMk/>
          <pc:sldMk cId="1351392215" sldId="286"/>
        </pc:sldMkLst>
      </pc:sldChg>
      <pc:sldChg chg="ord">
        <pc:chgData name="Matheus Ramos" userId="cf3702be8d8ab485" providerId="Windows Live" clId="Web-{932B6D72-0400-4AB1-A1BA-29A588A68A3A}" dt="2020-05-20T01:16:20.039" v="501"/>
        <pc:sldMkLst>
          <pc:docMk/>
          <pc:sldMk cId="209508380" sldId="287"/>
        </pc:sldMkLst>
      </pc:sldChg>
      <pc:sldChg chg="addSp modSp">
        <pc:chgData name="Matheus Ramos" userId="cf3702be8d8ab485" providerId="Windows Live" clId="Web-{932B6D72-0400-4AB1-A1BA-29A588A68A3A}" dt="2020-05-20T01:14:07.509" v="451" actId="14100"/>
        <pc:sldMkLst>
          <pc:docMk/>
          <pc:sldMk cId="1824618643" sldId="292"/>
        </pc:sldMkLst>
        <pc:spChg chg="add mod">
          <ac:chgData name="Matheus Ramos" userId="cf3702be8d8ab485" providerId="Windows Live" clId="Web-{932B6D72-0400-4AB1-A1BA-29A588A68A3A}" dt="2020-05-20T01:14:07.509" v="451" actId="14100"/>
          <ac:spMkLst>
            <pc:docMk/>
            <pc:sldMk cId="1824618643" sldId="292"/>
            <ac:spMk id="2" creationId="{51783E7F-FCD2-4C1C-9289-8B9C2B007576}"/>
          </ac:spMkLst>
        </pc:spChg>
        <pc:spChg chg="add mod">
          <ac:chgData name="Matheus Ramos" userId="cf3702be8d8ab485" providerId="Windows Live" clId="Web-{932B6D72-0400-4AB1-A1BA-29A588A68A3A}" dt="2020-05-20T01:13:46.806" v="429" actId="1076"/>
          <ac:spMkLst>
            <pc:docMk/>
            <pc:sldMk cId="1824618643" sldId="292"/>
            <ac:spMk id="3" creationId="{0B7FC3D7-2AE9-4084-B64A-2AA0D7E44140}"/>
          </ac:spMkLst>
        </pc:spChg>
      </pc:sldChg>
      <pc:sldChg chg="addSp modSp">
        <pc:chgData name="Matheus Ramos" userId="cf3702be8d8ab485" providerId="Windows Live" clId="Web-{932B6D72-0400-4AB1-A1BA-29A588A68A3A}" dt="2020-05-20T01:15:22.446" v="500" actId="1076"/>
        <pc:sldMkLst>
          <pc:docMk/>
          <pc:sldMk cId="4035564074" sldId="304"/>
        </pc:sldMkLst>
        <pc:spChg chg="add mod">
          <ac:chgData name="Matheus Ramos" userId="cf3702be8d8ab485" providerId="Windows Live" clId="Web-{932B6D72-0400-4AB1-A1BA-29A588A68A3A}" dt="2020-05-20T01:15:22.446" v="500" actId="1076"/>
          <ac:spMkLst>
            <pc:docMk/>
            <pc:sldMk cId="4035564074" sldId="304"/>
            <ac:spMk id="2" creationId="{0F632AF9-72B7-4EA7-9008-92A8F22239C9}"/>
          </ac:spMkLst>
        </pc:spChg>
      </pc:sldChg>
      <pc:sldChg chg="addSp modSp">
        <pc:chgData name="Matheus Ramos" userId="cf3702be8d8ab485" providerId="Windows Live" clId="Web-{932B6D72-0400-4AB1-A1BA-29A588A68A3A}" dt="2020-05-20T01:17:34.523" v="528" actId="1076"/>
        <pc:sldMkLst>
          <pc:docMk/>
          <pc:sldMk cId="3910069141" sldId="306"/>
        </pc:sldMkLst>
        <pc:spChg chg="add mod">
          <ac:chgData name="Matheus Ramos" userId="cf3702be8d8ab485" providerId="Windows Live" clId="Web-{932B6D72-0400-4AB1-A1BA-29A588A68A3A}" dt="2020-05-20T01:17:34.523" v="528" actId="1076"/>
          <ac:spMkLst>
            <pc:docMk/>
            <pc:sldMk cId="3910069141" sldId="306"/>
            <ac:spMk id="2" creationId="{CD372F97-34AE-42C2-B0C1-74675E25FAB8}"/>
          </ac:spMkLst>
        </pc:spChg>
        <pc:picChg chg="mod">
          <ac:chgData name="Matheus Ramos" userId="cf3702be8d8ab485" providerId="Windows Live" clId="Web-{932B6D72-0400-4AB1-A1BA-29A588A68A3A}" dt="2020-05-20T01:16:53.649" v="502" actId="14100"/>
          <ac:picMkLst>
            <pc:docMk/>
            <pc:sldMk cId="3910069141" sldId="306"/>
            <ac:picMk id="5" creationId="{103B4818-486B-4C44-A8E9-6E63609A5230}"/>
          </ac:picMkLst>
        </pc:picChg>
      </pc:sldChg>
      <pc:sldChg chg="modSp ord">
        <pc:chgData name="Matheus Ramos" userId="cf3702be8d8ab485" providerId="Windows Live" clId="Web-{932B6D72-0400-4AB1-A1BA-29A588A68A3A}" dt="2020-05-20T01:03:50.559" v="5" actId="1076"/>
        <pc:sldMkLst>
          <pc:docMk/>
          <pc:sldMk cId="3150971680" sldId="308"/>
        </pc:sldMkLst>
        <pc:picChg chg="mod">
          <ac:chgData name="Matheus Ramos" userId="cf3702be8d8ab485" providerId="Windows Live" clId="Web-{932B6D72-0400-4AB1-A1BA-29A588A68A3A}" dt="2020-05-20T01:03:50.559" v="5" actId="1076"/>
          <ac:picMkLst>
            <pc:docMk/>
            <pc:sldMk cId="3150971680" sldId="308"/>
            <ac:picMk id="5" creationId="{232AA8CB-2956-4FCA-B853-764F92F80FE4}"/>
          </ac:picMkLst>
        </pc:picChg>
      </pc:sldChg>
      <pc:sldChg chg="ord">
        <pc:chgData name="Matheus Ramos" userId="cf3702be8d8ab485" providerId="Windows Live" clId="Web-{932B6D72-0400-4AB1-A1BA-29A588A68A3A}" dt="2020-05-20T01:01:59.513" v="1"/>
        <pc:sldMkLst>
          <pc:docMk/>
          <pc:sldMk cId="4262380584" sldId="309"/>
        </pc:sldMkLst>
      </pc:sldChg>
      <pc:sldChg chg="delSp modSp add ord replId">
        <pc:chgData name="Matheus Ramos" userId="cf3702be8d8ab485" providerId="Windows Live" clId="Web-{932B6D72-0400-4AB1-A1BA-29A588A68A3A}" dt="2020-05-20T01:17:52.445" v="529"/>
        <pc:sldMkLst>
          <pc:docMk/>
          <pc:sldMk cId="3018416487" sldId="311"/>
        </pc:sldMkLst>
        <pc:spChg chg="del mod">
          <ac:chgData name="Matheus Ramos" userId="cf3702be8d8ab485" providerId="Windows Live" clId="Web-{932B6D72-0400-4AB1-A1BA-29A588A68A3A}" dt="2020-05-20T01:17:52.445" v="529"/>
          <ac:spMkLst>
            <pc:docMk/>
            <pc:sldMk cId="3018416487" sldId="311"/>
            <ac:spMk id="5" creationId="{0D081C27-9552-4497-A368-62A69B00C0D5}"/>
          </ac:spMkLst>
        </pc:spChg>
      </pc:sldChg>
      <pc:sldChg chg="addSp delSp modSp new">
        <pc:chgData name="Matheus Ramos" userId="cf3702be8d8ab485" providerId="Windows Live" clId="Web-{932B6D72-0400-4AB1-A1BA-29A588A68A3A}" dt="2020-05-20T01:19:22.929" v="562" actId="20577"/>
        <pc:sldMkLst>
          <pc:docMk/>
          <pc:sldMk cId="1079156646" sldId="312"/>
        </pc:sldMkLst>
        <pc:spChg chg="del mod">
          <ac:chgData name="Matheus Ramos" userId="cf3702be8d8ab485" providerId="Windows Live" clId="Web-{932B6D72-0400-4AB1-A1BA-29A588A68A3A}" dt="2020-05-20T01:18:18.383" v="535"/>
          <ac:spMkLst>
            <pc:docMk/>
            <pc:sldMk cId="1079156646" sldId="312"/>
            <ac:spMk id="2" creationId="{F1CA2BFB-353A-47A6-8AEA-900EB3F7CA59}"/>
          </ac:spMkLst>
        </pc:spChg>
        <pc:spChg chg="mod">
          <ac:chgData name="Matheus Ramos" userId="cf3702be8d8ab485" providerId="Windows Live" clId="Web-{932B6D72-0400-4AB1-A1BA-29A588A68A3A}" dt="2020-05-20T01:19:22.929" v="562" actId="20577"/>
          <ac:spMkLst>
            <pc:docMk/>
            <pc:sldMk cId="1079156646" sldId="312"/>
            <ac:spMk id="3" creationId="{93618E67-E5F0-4385-B7A7-EE3106640E8D}"/>
          </ac:spMkLst>
        </pc:spChg>
        <pc:spChg chg="add mod">
          <ac:chgData name="Matheus Ramos" userId="cf3702be8d8ab485" providerId="Windows Live" clId="Web-{932B6D72-0400-4AB1-A1BA-29A588A68A3A}" dt="2020-05-20T01:18:38.976" v="542" actId="20577"/>
          <ac:spMkLst>
            <pc:docMk/>
            <pc:sldMk cId="1079156646" sldId="312"/>
            <ac:spMk id="5" creationId="{42875E02-EE8F-48C1-8175-0867C4A7907E}"/>
          </ac:spMkLst>
        </pc:spChg>
      </pc:sldChg>
    </pc:docChg>
  </pc:docChgLst>
  <pc:docChgLst>
    <pc:chgData name="Matheus Ramos" userId="cf3702be8d8ab485" providerId="Windows Live" clId="Web-{EC530C03-1DD6-4864-8566-422E12649ED9}"/>
    <pc:docChg chg="addSld delSld modSld sldOrd">
      <pc:chgData name="Matheus Ramos" userId="cf3702be8d8ab485" providerId="Windows Live" clId="Web-{EC530C03-1DD6-4864-8566-422E12649ED9}" dt="2020-05-21T19:32:15.395" v="19"/>
      <pc:docMkLst>
        <pc:docMk/>
      </pc:docMkLst>
      <pc:sldChg chg="modSp">
        <pc:chgData name="Matheus Ramos" userId="cf3702be8d8ab485" providerId="Windows Live" clId="Web-{EC530C03-1DD6-4864-8566-422E12649ED9}" dt="2020-05-21T18:51:24.532" v="16" actId="20577"/>
        <pc:sldMkLst>
          <pc:docMk/>
          <pc:sldMk cId="1079156646" sldId="312"/>
        </pc:sldMkLst>
        <pc:spChg chg="mod">
          <ac:chgData name="Matheus Ramos" userId="cf3702be8d8ab485" providerId="Windows Live" clId="Web-{EC530C03-1DD6-4864-8566-422E12649ED9}" dt="2020-05-21T18:51:24.532" v="16" actId="20577"/>
          <ac:spMkLst>
            <pc:docMk/>
            <pc:sldMk cId="1079156646" sldId="312"/>
            <ac:spMk id="3" creationId="{93618E67-E5F0-4385-B7A7-EE3106640E8D}"/>
          </ac:spMkLst>
        </pc:spChg>
      </pc:sldChg>
      <pc:sldChg chg="add del ord replId">
        <pc:chgData name="Matheus Ramos" userId="cf3702be8d8ab485" providerId="Windows Live" clId="Web-{EC530C03-1DD6-4864-8566-422E12649ED9}" dt="2020-05-21T19:32:15.395" v="19"/>
        <pc:sldMkLst>
          <pc:docMk/>
          <pc:sldMk cId="473471592" sldId="320"/>
        </pc:sldMkLst>
      </pc:sldChg>
    </pc:docChg>
  </pc:docChgLst>
  <pc:docChgLst>
    <pc:chgData name="Matheus Ramos" userId="cf3702be8d8ab485" providerId="Windows Live" clId="Web-{FBFDE9CC-9E5A-425A-A3F6-0ED11A4A3607}"/>
    <pc:docChg chg="modSld">
      <pc:chgData name="Matheus Ramos" userId="cf3702be8d8ab485" providerId="Windows Live" clId="Web-{FBFDE9CC-9E5A-425A-A3F6-0ED11A4A3607}" dt="2020-05-20T02:28:10.175" v="71" actId="1076"/>
      <pc:docMkLst>
        <pc:docMk/>
      </pc:docMkLst>
      <pc:sldChg chg="modSp">
        <pc:chgData name="Matheus Ramos" userId="cf3702be8d8ab485" providerId="Windows Live" clId="Web-{FBFDE9CC-9E5A-425A-A3F6-0ED11A4A3607}" dt="2020-05-20T02:27:10.406" v="30" actId="1076"/>
        <pc:sldMkLst>
          <pc:docMk/>
          <pc:sldMk cId="282135372" sldId="294"/>
        </pc:sldMkLst>
        <pc:spChg chg="mod">
          <ac:chgData name="Matheus Ramos" userId="cf3702be8d8ab485" providerId="Windows Live" clId="Web-{FBFDE9CC-9E5A-425A-A3F6-0ED11A4A3607}" dt="2020-05-20T02:27:10.406" v="30" actId="1076"/>
          <ac:spMkLst>
            <pc:docMk/>
            <pc:sldMk cId="282135372" sldId="294"/>
            <ac:spMk id="14" creationId="{9C70796F-4F22-41C6-9C7C-1DCF18C9CB2F}"/>
          </ac:spMkLst>
        </pc:spChg>
      </pc:sldChg>
      <pc:sldChg chg="modSp">
        <pc:chgData name="Matheus Ramos" userId="cf3702be8d8ab485" providerId="Windows Live" clId="Web-{FBFDE9CC-9E5A-425A-A3F6-0ED11A4A3607}" dt="2020-05-20T02:27:18.313" v="31" actId="1076"/>
        <pc:sldMkLst>
          <pc:docMk/>
          <pc:sldMk cId="3910069141" sldId="306"/>
        </pc:sldMkLst>
        <pc:spChg chg="mod">
          <ac:chgData name="Matheus Ramos" userId="cf3702be8d8ab485" providerId="Windows Live" clId="Web-{FBFDE9CC-9E5A-425A-A3F6-0ED11A4A3607}" dt="2020-05-20T02:27:18.313" v="31" actId="1076"/>
          <ac:spMkLst>
            <pc:docMk/>
            <pc:sldMk cId="3910069141" sldId="306"/>
            <ac:spMk id="2" creationId="{CD372F97-34AE-42C2-B0C1-74675E25FAB8}"/>
          </ac:spMkLst>
        </pc:spChg>
      </pc:sldChg>
      <pc:sldChg chg="addSp modSp">
        <pc:chgData name="Matheus Ramos" userId="cf3702be8d8ab485" providerId="Windows Live" clId="Web-{FBFDE9CC-9E5A-425A-A3F6-0ED11A4A3607}" dt="2020-05-20T02:28:10.175" v="71" actId="1076"/>
        <pc:sldMkLst>
          <pc:docMk/>
          <pc:sldMk cId="2713612180" sldId="307"/>
        </pc:sldMkLst>
        <pc:spChg chg="add mod">
          <ac:chgData name="Matheus Ramos" userId="cf3702be8d8ab485" providerId="Windows Live" clId="Web-{FBFDE9CC-9E5A-425A-A3F6-0ED11A4A3607}" dt="2020-05-20T02:28:10.175" v="71" actId="1076"/>
          <ac:spMkLst>
            <pc:docMk/>
            <pc:sldMk cId="2713612180" sldId="307"/>
            <ac:spMk id="2" creationId="{ABFD95EE-D20F-461A-8CBF-D4A95A179AB2}"/>
          </ac:spMkLst>
        </pc:spChg>
      </pc:sldChg>
      <pc:sldChg chg="addSp delSp modSp">
        <pc:chgData name="Matheus Ramos" userId="cf3702be8d8ab485" providerId="Windows Live" clId="Web-{FBFDE9CC-9E5A-425A-A3F6-0ED11A4A3607}" dt="2020-05-20T02:21:30.734" v="9" actId="14100"/>
        <pc:sldMkLst>
          <pc:docMk/>
          <pc:sldMk cId="4262380584" sldId="309"/>
        </pc:sldMkLst>
        <pc:spChg chg="add del">
          <ac:chgData name="Matheus Ramos" userId="cf3702be8d8ab485" providerId="Windows Live" clId="Web-{FBFDE9CC-9E5A-425A-A3F6-0ED11A4A3607}" dt="2020-05-20T02:21:26.875" v="8"/>
          <ac:spMkLst>
            <pc:docMk/>
            <pc:sldMk cId="4262380584" sldId="309"/>
            <ac:spMk id="3" creationId="{15E44CAF-F10A-40E4-93C3-C92F8D4A69BB}"/>
          </ac:spMkLst>
        </pc:spChg>
        <pc:picChg chg="add del mod ord">
          <ac:chgData name="Matheus Ramos" userId="cf3702be8d8ab485" providerId="Windows Live" clId="Web-{FBFDE9CC-9E5A-425A-A3F6-0ED11A4A3607}" dt="2020-05-20T02:21:14.327" v="7"/>
          <ac:picMkLst>
            <pc:docMk/>
            <pc:sldMk cId="4262380584" sldId="309"/>
            <ac:picMk id="2" creationId="{017E1626-103D-4622-A0E0-45E89AD50FD8}"/>
          </ac:picMkLst>
        </pc:picChg>
        <pc:picChg chg="add mod ord">
          <ac:chgData name="Matheus Ramos" userId="cf3702be8d8ab485" providerId="Windows Live" clId="Web-{FBFDE9CC-9E5A-425A-A3F6-0ED11A4A3607}" dt="2020-05-20T02:21:30.734" v="9" actId="14100"/>
          <ac:picMkLst>
            <pc:docMk/>
            <pc:sldMk cId="4262380584" sldId="309"/>
            <ac:picMk id="4" creationId="{CD4BF815-5F0C-4FAD-B700-4AA822CF5949}"/>
          </ac:picMkLst>
        </pc:picChg>
      </pc:sldChg>
    </pc:docChg>
  </pc:docChgLst>
  <pc:docChgLst>
    <pc:chgData name="Matheus Ramos" userId="cf3702be8d8ab485" providerId="Windows Live" clId="Web-{9216B2DC-0290-44DF-BCE8-37A4DC12C90A}"/>
    <pc:docChg chg="addSld delSld modSld sldOrd">
      <pc:chgData name="Matheus Ramos" userId="cf3702be8d8ab485" providerId="Windows Live" clId="Web-{9216B2DC-0290-44DF-BCE8-37A4DC12C90A}" dt="2020-05-20T18:44:07.097" v="24" actId="20577"/>
      <pc:docMkLst>
        <pc:docMk/>
      </pc:docMkLst>
      <pc:sldChg chg="ord">
        <pc:chgData name="Matheus Ramos" userId="cf3702be8d8ab485" providerId="Windows Live" clId="Web-{9216B2DC-0290-44DF-BCE8-37A4DC12C90A}" dt="2020-05-20T18:18:20.544" v="4"/>
        <pc:sldMkLst>
          <pc:docMk/>
          <pc:sldMk cId="1351392215" sldId="286"/>
        </pc:sldMkLst>
      </pc:sldChg>
      <pc:sldChg chg="del">
        <pc:chgData name="Matheus Ramos" userId="cf3702be8d8ab485" providerId="Windows Live" clId="Web-{9216B2DC-0290-44DF-BCE8-37A4DC12C90A}" dt="2020-05-20T18:10:24.172" v="1"/>
        <pc:sldMkLst>
          <pc:docMk/>
          <pc:sldMk cId="209508380" sldId="287"/>
        </pc:sldMkLst>
      </pc:sldChg>
      <pc:sldChg chg="modSp">
        <pc:chgData name="Matheus Ramos" userId="cf3702be8d8ab485" providerId="Windows Live" clId="Web-{9216B2DC-0290-44DF-BCE8-37A4DC12C90A}" dt="2020-05-20T18:44:07.097" v="24" actId="20577"/>
        <pc:sldMkLst>
          <pc:docMk/>
          <pc:sldMk cId="3910069141" sldId="306"/>
        </pc:sldMkLst>
        <pc:spChg chg="mod">
          <ac:chgData name="Matheus Ramos" userId="cf3702be8d8ab485" providerId="Windows Live" clId="Web-{9216B2DC-0290-44DF-BCE8-37A4DC12C90A}" dt="2020-05-20T18:44:07.097" v="24" actId="20577"/>
          <ac:spMkLst>
            <pc:docMk/>
            <pc:sldMk cId="3910069141" sldId="306"/>
            <ac:spMk id="2" creationId="{CD372F97-34AE-42C2-B0C1-74675E25FAB8}"/>
          </ac:spMkLst>
        </pc:spChg>
      </pc:sldChg>
      <pc:sldChg chg="ord">
        <pc:chgData name="Matheus Ramos" userId="cf3702be8d8ab485" providerId="Windows Live" clId="Web-{9216B2DC-0290-44DF-BCE8-37A4DC12C90A}" dt="2020-05-20T18:10:16.235" v="0"/>
        <pc:sldMkLst>
          <pc:docMk/>
          <pc:sldMk cId="4037396019" sldId="316"/>
        </pc:sldMkLst>
      </pc:sldChg>
      <pc:sldChg chg="del">
        <pc:chgData name="Matheus Ramos" userId="cf3702be8d8ab485" providerId="Windows Live" clId="Web-{9216B2DC-0290-44DF-BCE8-37A4DC12C90A}" dt="2020-05-20T18:10:57.094" v="2"/>
        <pc:sldMkLst>
          <pc:docMk/>
          <pc:sldMk cId="2916588022" sldId="317"/>
        </pc:sldMkLst>
      </pc:sldChg>
      <pc:sldChg chg="add replId">
        <pc:chgData name="Matheus Ramos" userId="cf3702be8d8ab485" providerId="Windows Live" clId="Web-{9216B2DC-0290-44DF-BCE8-37A4DC12C90A}" dt="2020-05-20T18:18:17.404" v="3"/>
        <pc:sldMkLst>
          <pc:docMk/>
          <pc:sldMk cId="1056246653" sldId="319"/>
        </pc:sldMkLst>
      </pc:sldChg>
    </pc:docChg>
  </pc:docChgLst>
  <pc:docChgLst>
    <pc:chgData name="Matheus Ramos" userId="cf3702be8d8ab485" providerId="Windows Live" clId="Web-{5ACD7573-12F3-4A2B-B88C-F61BC1A84E9E}"/>
    <pc:docChg chg="addSld delSld modSld">
      <pc:chgData name="Matheus Ramos" userId="cf3702be8d8ab485" providerId="Windows Live" clId="Web-{5ACD7573-12F3-4A2B-B88C-F61BC1A84E9E}" dt="2020-05-22T02:42:05.122" v="93"/>
      <pc:docMkLst>
        <pc:docMk/>
      </pc:docMkLst>
      <pc:sldChg chg="delSp add del">
        <pc:chgData name="Matheus Ramos" userId="cf3702be8d8ab485" providerId="Windows Live" clId="Web-{5ACD7573-12F3-4A2B-B88C-F61BC1A84E9E}" dt="2020-05-22T02:29:23.417" v="85"/>
        <pc:sldMkLst>
          <pc:docMk/>
          <pc:sldMk cId="1824618643" sldId="292"/>
        </pc:sldMkLst>
        <pc:spChg chg="del">
          <ac:chgData name="Matheus Ramos" userId="cf3702be8d8ab485" providerId="Windows Live" clId="Web-{5ACD7573-12F3-4A2B-B88C-F61BC1A84E9E}" dt="2020-05-22T02:29:23.417" v="85"/>
          <ac:spMkLst>
            <pc:docMk/>
            <pc:sldMk cId="1824618643" sldId="292"/>
            <ac:spMk id="3" creationId="{0B7FC3D7-2AE9-4084-B64A-2AA0D7E44140}"/>
          </ac:spMkLst>
        </pc:spChg>
      </pc:sldChg>
      <pc:sldChg chg="add del">
        <pc:chgData name="Matheus Ramos" userId="cf3702be8d8ab485" providerId="Windows Live" clId="Web-{5ACD7573-12F3-4A2B-B88C-F61BC1A84E9E}" dt="2020-05-22T02:42:05.122" v="93"/>
        <pc:sldMkLst>
          <pc:docMk/>
          <pc:sldMk cId="282135372" sldId="294"/>
        </pc:sldMkLst>
      </pc:sldChg>
      <pc:sldChg chg="del">
        <pc:chgData name="Matheus Ramos" userId="cf3702be8d8ab485" providerId="Windows Live" clId="Web-{5ACD7573-12F3-4A2B-B88C-F61BC1A84E9E}" dt="2020-05-22T02:41:24.668" v="86"/>
        <pc:sldMkLst>
          <pc:docMk/>
          <pc:sldMk cId="4035564074" sldId="304"/>
        </pc:sldMkLst>
      </pc:sldChg>
      <pc:sldChg chg="add del">
        <pc:chgData name="Matheus Ramos" userId="cf3702be8d8ab485" providerId="Windows Live" clId="Web-{5ACD7573-12F3-4A2B-B88C-F61BC1A84E9E}" dt="2020-05-22T02:42:05.122" v="92"/>
        <pc:sldMkLst>
          <pc:docMk/>
          <pc:sldMk cId="3910069141" sldId="306"/>
        </pc:sldMkLst>
      </pc:sldChg>
      <pc:sldChg chg="add del">
        <pc:chgData name="Matheus Ramos" userId="cf3702be8d8ab485" providerId="Windows Live" clId="Web-{5ACD7573-12F3-4A2B-B88C-F61BC1A84E9E}" dt="2020-05-22T02:42:05.122" v="91"/>
        <pc:sldMkLst>
          <pc:docMk/>
          <pc:sldMk cId="2713612180" sldId="307"/>
        </pc:sldMkLst>
      </pc:sldChg>
      <pc:sldChg chg="addSp modSp">
        <pc:chgData name="Matheus Ramos" userId="cf3702be8d8ab485" providerId="Windows Live" clId="Web-{5ACD7573-12F3-4A2B-B88C-F61BC1A84E9E}" dt="2020-05-22T02:15:53.305" v="84" actId="1076"/>
        <pc:sldMkLst>
          <pc:docMk/>
          <pc:sldMk cId="1079156646" sldId="312"/>
        </pc:sldMkLst>
        <pc:spChg chg="add mod">
          <ac:chgData name="Matheus Ramos" userId="cf3702be8d8ab485" providerId="Windows Live" clId="Web-{5ACD7573-12F3-4A2B-B88C-F61BC1A84E9E}" dt="2020-05-22T02:15:53.305" v="84" actId="1076"/>
          <ac:spMkLst>
            <pc:docMk/>
            <pc:sldMk cId="1079156646" sldId="312"/>
            <ac:spMk id="2" creationId="{64863C7F-35A7-44E7-80D4-2D11F70654A6}"/>
          </ac:spMkLst>
        </pc:spChg>
        <pc:spChg chg="mod">
          <ac:chgData name="Matheus Ramos" userId="cf3702be8d8ab485" providerId="Windows Live" clId="Web-{5ACD7573-12F3-4A2B-B88C-F61BC1A84E9E}" dt="2020-05-22T02:14:38.836" v="61" actId="20577"/>
          <ac:spMkLst>
            <pc:docMk/>
            <pc:sldMk cId="1079156646" sldId="312"/>
            <ac:spMk id="3" creationId="{93618E67-E5F0-4385-B7A7-EE3106640E8D}"/>
          </ac:spMkLst>
        </pc:spChg>
      </pc:sldChg>
      <pc:sldChg chg="del">
        <pc:chgData name="Matheus Ramos" userId="cf3702be8d8ab485" providerId="Windows Live" clId="Web-{5ACD7573-12F3-4A2B-B88C-F61BC1A84E9E}" dt="2020-05-22T02:41:27.168" v="87"/>
        <pc:sldMkLst>
          <pc:docMk/>
          <pc:sldMk cId="1102098583" sldId="313"/>
        </pc:sldMkLst>
      </pc:sldChg>
      <pc:sldChg chg="del">
        <pc:chgData name="Matheus Ramos" userId="cf3702be8d8ab485" providerId="Windows Live" clId="Web-{5ACD7573-12F3-4A2B-B88C-F61BC1A84E9E}" dt="2020-05-22T02:41:28.856" v="88"/>
        <pc:sldMkLst>
          <pc:docMk/>
          <pc:sldMk cId="274020190" sldId="314"/>
        </pc:sldMkLst>
      </pc:sldChg>
      <pc:sldChg chg="del">
        <pc:chgData name="Matheus Ramos" userId="cf3702be8d8ab485" providerId="Windows Live" clId="Web-{5ACD7573-12F3-4A2B-B88C-F61BC1A84E9E}" dt="2020-05-22T02:41:33.856" v="90"/>
        <pc:sldMkLst>
          <pc:docMk/>
          <pc:sldMk cId="2760315658" sldId="315"/>
        </pc:sldMkLst>
      </pc:sldChg>
      <pc:sldChg chg="del">
        <pc:chgData name="Matheus Ramos" userId="cf3702be8d8ab485" providerId="Windows Live" clId="Web-{5ACD7573-12F3-4A2B-B88C-F61BC1A84E9E}" dt="2020-05-22T02:41:31.122" v="89"/>
        <pc:sldMkLst>
          <pc:docMk/>
          <pc:sldMk cId="4037396019" sldId="31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D2DCB6-1508-414F-8953-00FC18C48527}" type="doc">
      <dgm:prSet loTypeId="urn:microsoft.com/office/officeart/2005/8/layout/process4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A47DEEF-27BA-4987-B127-786ABEDFA6A5}">
      <dgm:prSet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1. O</a:t>
          </a:r>
          <a:r>
            <a:rPr lang="pt-BR"/>
            <a:t> sistema </a:t>
          </a:r>
          <a:r>
            <a:rPr lang="pt-BR">
              <a:latin typeface="Trebuchet MS" panose="020B0603020202020204"/>
            </a:rPr>
            <a:t>conferirá</a:t>
          </a:r>
          <a:r>
            <a:rPr lang="pt-BR"/>
            <a:t> o perfil do passageiro</a:t>
          </a:r>
          <a:r>
            <a:rPr lang="pt-BR">
              <a:latin typeface="Trebuchet MS" panose="020B0603020202020204"/>
            </a:rPr>
            <a:t> (existente, existente e 'logado' ou necessário cadastrar);</a:t>
          </a:r>
          <a:endParaRPr lang="en-US"/>
        </a:p>
      </dgm:t>
    </dgm:pt>
    <dgm:pt modelId="{6FCC185B-9CB6-45C8-88F3-A8F79B05A2D2}" type="parTrans" cxnId="{32180629-D1E1-47C5-A3A9-7ED91DA10B3C}">
      <dgm:prSet/>
      <dgm:spPr/>
      <dgm:t>
        <a:bodyPr/>
        <a:lstStyle/>
        <a:p>
          <a:endParaRPr lang="en-US"/>
        </a:p>
      </dgm:t>
    </dgm:pt>
    <dgm:pt modelId="{2627D9FD-1287-4139-9BAA-5885129B8622}" type="sibTrans" cxnId="{32180629-D1E1-47C5-A3A9-7ED91DA10B3C}">
      <dgm:prSet/>
      <dgm:spPr/>
      <dgm:t>
        <a:bodyPr/>
        <a:lstStyle/>
        <a:p>
          <a:endParaRPr lang="en-US"/>
        </a:p>
      </dgm:t>
    </dgm:pt>
    <dgm:pt modelId="{4508EFA6-273D-4306-AE5B-2C2F9B2CA7A6}">
      <dgm:prSet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 2. Caso</a:t>
          </a:r>
          <a:r>
            <a:rPr lang="pt-BR"/>
            <a:t> não </a:t>
          </a:r>
          <a:r>
            <a:rPr lang="pt-BR">
              <a:latin typeface="Trebuchet MS" panose="020B0603020202020204"/>
            </a:rPr>
            <a:t>seja</a:t>
          </a:r>
          <a:r>
            <a:rPr lang="pt-BR"/>
            <a:t> Cliente</a:t>
          </a:r>
          <a:r>
            <a:rPr lang="pt-BR">
              <a:latin typeface="Trebuchet MS" panose="020B0603020202020204"/>
            </a:rPr>
            <a:t>,</a:t>
          </a:r>
          <a:r>
            <a:rPr lang="pt-BR"/>
            <a:t> o sistema levará</a:t>
          </a:r>
          <a:r>
            <a:rPr lang="pt-BR">
              <a:latin typeface="Trebuchet MS" panose="020B0603020202020204"/>
            </a:rPr>
            <a:t> </a:t>
          </a:r>
          <a:r>
            <a:rPr lang="pt-BR"/>
            <a:t> até </a:t>
          </a:r>
          <a:r>
            <a:rPr lang="pt-BR">
              <a:latin typeface="Trebuchet MS" panose="020B0603020202020204"/>
            </a:rPr>
            <a:t>a página de ínicio onde terá a opção de 'Logar' e 'Cadastrar';</a:t>
          </a:r>
          <a:endParaRPr lang="en-US"/>
        </a:p>
      </dgm:t>
    </dgm:pt>
    <dgm:pt modelId="{92F32784-9BC5-434A-8D8B-CC9115D17E79}" type="parTrans" cxnId="{53293238-3263-415B-A93E-8C001D90FD6B}">
      <dgm:prSet/>
      <dgm:spPr/>
      <dgm:t>
        <a:bodyPr/>
        <a:lstStyle/>
        <a:p>
          <a:endParaRPr lang="en-US"/>
        </a:p>
      </dgm:t>
    </dgm:pt>
    <dgm:pt modelId="{70C078E1-D445-407C-B971-D064F72DFE3A}" type="sibTrans" cxnId="{53293238-3263-415B-A93E-8C001D90FD6B}">
      <dgm:prSet/>
      <dgm:spPr/>
      <dgm:t>
        <a:bodyPr/>
        <a:lstStyle/>
        <a:p>
          <a:endParaRPr lang="en-US"/>
        </a:p>
      </dgm:t>
    </dgm:pt>
    <dgm:pt modelId="{BF193759-FA16-4C21-8059-9B8C0C114E5E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5. Caso seja Cliente e estiver 'Logado', o sistema levará até a área principal do E-commerce;</a:t>
          </a:r>
          <a:endParaRPr lang="pt-BR"/>
        </a:p>
      </dgm:t>
    </dgm:pt>
    <dgm:pt modelId="{94CEBD00-1D03-4A09-91E1-F0D292805C0A}" type="parTrans" cxnId="{8330ED6E-02CB-4CE1-9A6D-10C5F2F12B05}">
      <dgm:prSet/>
      <dgm:spPr/>
      <dgm:t>
        <a:bodyPr/>
        <a:lstStyle/>
        <a:p>
          <a:endParaRPr lang="en-US"/>
        </a:p>
      </dgm:t>
    </dgm:pt>
    <dgm:pt modelId="{6383CAB5-C2DA-4F53-9FBC-3775CBCF9CC7}" type="sibTrans" cxnId="{8330ED6E-02CB-4CE1-9A6D-10C5F2F12B05}">
      <dgm:prSet/>
      <dgm:spPr/>
      <dgm:t>
        <a:bodyPr/>
        <a:lstStyle/>
        <a:p>
          <a:endParaRPr lang="en-US"/>
        </a:p>
      </dgm:t>
    </dgm:pt>
    <dgm:pt modelId="{43EE0BCD-D3C1-42CF-8C89-44923A6544FE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4. Caso seja Cliente e não ter feito 'Login', o sistema levará até a página de início, e esse clicará em 'Logar';</a:t>
          </a:r>
        </a:p>
      </dgm:t>
    </dgm:pt>
    <dgm:pt modelId="{A6A6D6A5-EA6E-4846-BD7A-06B8DE5330ED}" type="parTrans" cxnId="{2CCBF777-F83B-498A-B270-520792B40C3B}">
      <dgm:prSet/>
      <dgm:spPr/>
    </dgm:pt>
    <dgm:pt modelId="{4032230F-7DA0-458C-8A52-0D48D40BA86B}" type="sibTrans" cxnId="{2CCBF777-F83B-498A-B270-520792B40C3B}">
      <dgm:prSet/>
      <dgm:spPr/>
    </dgm:pt>
    <dgm:pt modelId="{A2136264-BC92-48F0-AE5B-50993530BC52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3. Após</a:t>
          </a:r>
          <a:r>
            <a:rPr lang="pt-BR"/>
            <a:t> Cadastrar ou 'Logar' encaminhará para o área principal do E-commerce;</a:t>
          </a:r>
        </a:p>
      </dgm:t>
    </dgm:pt>
    <dgm:pt modelId="{60DA19E9-B46B-40A4-B648-050E1DF44496}" type="parTrans" cxnId="{680055E2-CF45-43BE-97F6-FD8BE85D7BA9}">
      <dgm:prSet/>
      <dgm:spPr/>
    </dgm:pt>
    <dgm:pt modelId="{19BBF886-4051-429D-9A9E-4D78C9D93810}" type="sibTrans" cxnId="{680055E2-CF45-43BE-97F6-FD8BE85D7BA9}">
      <dgm:prSet/>
      <dgm:spPr/>
    </dgm:pt>
    <dgm:pt modelId="{CA063433-F8C6-4389-BA7D-682C3E5BED29}" type="pres">
      <dgm:prSet presAssocID="{1CD2DCB6-1508-414F-8953-00FC18C48527}" presName="Name0" presStyleCnt="0">
        <dgm:presLayoutVars>
          <dgm:dir/>
          <dgm:animLvl val="lvl"/>
          <dgm:resizeHandles val="exact"/>
        </dgm:presLayoutVars>
      </dgm:prSet>
      <dgm:spPr/>
    </dgm:pt>
    <dgm:pt modelId="{639EDFBC-89C5-4275-AF83-EE4C7294A57C}" type="pres">
      <dgm:prSet presAssocID="{BF193759-FA16-4C21-8059-9B8C0C114E5E}" presName="boxAndChildren" presStyleCnt="0"/>
      <dgm:spPr/>
    </dgm:pt>
    <dgm:pt modelId="{97483414-4250-40F4-BBBE-D50860E91366}" type="pres">
      <dgm:prSet presAssocID="{BF193759-FA16-4C21-8059-9B8C0C114E5E}" presName="parentTextBox" presStyleLbl="node1" presStyleIdx="0" presStyleCnt="5"/>
      <dgm:spPr/>
    </dgm:pt>
    <dgm:pt modelId="{F868D6E7-ED76-46A3-B76E-A6976D282179}" type="pres">
      <dgm:prSet presAssocID="{4032230F-7DA0-458C-8A52-0D48D40BA86B}" presName="sp" presStyleCnt="0"/>
      <dgm:spPr/>
    </dgm:pt>
    <dgm:pt modelId="{B27D48B7-0BE6-47FB-8CBE-7AA7AEE6DDCF}" type="pres">
      <dgm:prSet presAssocID="{43EE0BCD-D3C1-42CF-8C89-44923A6544FE}" presName="arrowAndChildren" presStyleCnt="0"/>
      <dgm:spPr/>
    </dgm:pt>
    <dgm:pt modelId="{FAEED1D5-C5EA-4A0D-ADB5-9BECE0DFFC3C}" type="pres">
      <dgm:prSet presAssocID="{43EE0BCD-D3C1-42CF-8C89-44923A6544FE}" presName="parentTextArrow" presStyleLbl="node1" presStyleIdx="1" presStyleCnt="5"/>
      <dgm:spPr/>
    </dgm:pt>
    <dgm:pt modelId="{919200FD-7DCB-412E-AC4D-06764EE1ADA4}" type="pres">
      <dgm:prSet presAssocID="{19BBF886-4051-429D-9A9E-4D78C9D93810}" presName="sp" presStyleCnt="0"/>
      <dgm:spPr/>
    </dgm:pt>
    <dgm:pt modelId="{6E6AE0E3-8C04-4042-9B6E-46FB03E5D2F3}" type="pres">
      <dgm:prSet presAssocID="{A2136264-BC92-48F0-AE5B-50993530BC52}" presName="arrowAndChildren" presStyleCnt="0"/>
      <dgm:spPr/>
    </dgm:pt>
    <dgm:pt modelId="{CC4D9CE7-D29B-4554-9D03-2C669DDB9354}" type="pres">
      <dgm:prSet presAssocID="{A2136264-BC92-48F0-AE5B-50993530BC52}" presName="parentTextArrow" presStyleLbl="node1" presStyleIdx="2" presStyleCnt="5"/>
      <dgm:spPr/>
    </dgm:pt>
    <dgm:pt modelId="{74A321D4-49B2-4C6D-A93E-DA746849CC6C}" type="pres">
      <dgm:prSet presAssocID="{70C078E1-D445-407C-B971-D064F72DFE3A}" presName="sp" presStyleCnt="0"/>
      <dgm:spPr/>
    </dgm:pt>
    <dgm:pt modelId="{EE227434-98D2-4EBF-905F-BDD3ADB87025}" type="pres">
      <dgm:prSet presAssocID="{4508EFA6-273D-4306-AE5B-2C2F9B2CA7A6}" presName="arrowAndChildren" presStyleCnt="0"/>
      <dgm:spPr/>
    </dgm:pt>
    <dgm:pt modelId="{E2318F97-C85F-4506-8303-2513602E4631}" type="pres">
      <dgm:prSet presAssocID="{4508EFA6-273D-4306-AE5B-2C2F9B2CA7A6}" presName="parentTextArrow" presStyleLbl="node1" presStyleIdx="3" presStyleCnt="5"/>
      <dgm:spPr/>
    </dgm:pt>
    <dgm:pt modelId="{195B5015-F78C-4230-9EE1-881CA548F85B}" type="pres">
      <dgm:prSet presAssocID="{2627D9FD-1287-4139-9BAA-5885129B8622}" presName="sp" presStyleCnt="0"/>
      <dgm:spPr/>
    </dgm:pt>
    <dgm:pt modelId="{9B7E717B-6AC5-4F85-9657-BD4DBF3A6713}" type="pres">
      <dgm:prSet presAssocID="{8A47DEEF-27BA-4987-B127-786ABEDFA6A5}" presName="arrowAndChildren" presStyleCnt="0"/>
      <dgm:spPr/>
    </dgm:pt>
    <dgm:pt modelId="{5E2E07EA-4573-49E1-92AF-3A66ADD096EF}" type="pres">
      <dgm:prSet presAssocID="{8A47DEEF-27BA-4987-B127-786ABEDFA6A5}" presName="parentTextArrow" presStyleLbl="node1" presStyleIdx="4" presStyleCnt="5"/>
      <dgm:spPr/>
    </dgm:pt>
  </dgm:ptLst>
  <dgm:cxnLst>
    <dgm:cxn modelId="{83EEC41C-0B0D-4104-9469-6AEE1F8FE2F0}" type="presOf" srcId="{43EE0BCD-D3C1-42CF-8C89-44923A6544FE}" destId="{FAEED1D5-C5EA-4A0D-ADB5-9BECE0DFFC3C}" srcOrd="0" destOrd="0" presId="urn:microsoft.com/office/officeart/2005/8/layout/process4"/>
    <dgm:cxn modelId="{32180629-D1E1-47C5-A3A9-7ED91DA10B3C}" srcId="{1CD2DCB6-1508-414F-8953-00FC18C48527}" destId="{8A47DEEF-27BA-4987-B127-786ABEDFA6A5}" srcOrd="0" destOrd="0" parTransId="{6FCC185B-9CB6-45C8-88F3-A8F79B05A2D2}" sibTransId="{2627D9FD-1287-4139-9BAA-5885129B8622}"/>
    <dgm:cxn modelId="{FA3EBA32-3F9D-4A2E-AD51-EC5BFE4E4F1B}" type="presOf" srcId="{BF193759-FA16-4C21-8059-9B8C0C114E5E}" destId="{97483414-4250-40F4-BBBE-D50860E91366}" srcOrd="0" destOrd="0" presId="urn:microsoft.com/office/officeart/2005/8/layout/process4"/>
    <dgm:cxn modelId="{53293238-3263-415B-A93E-8C001D90FD6B}" srcId="{1CD2DCB6-1508-414F-8953-00FC18C48527}" destId="{4508EFA6-273D-4306-AE5B-2C2F9B2CA7A6}" srcOrd="1" destOrd="0" parTransId="{92F32784-9BC5-434A-8D8B-CC9115D17E79}" sibTransId="{70C078E1-D445-407C-B971-D064F72DFE3A}"/>
    <dgm:cxn modelId="{0A121C46-637E-481C-897E-C65517E58C93}" type="presOf" srcId="{8A47DEEF-27BA-4987-B127-786ABEDFA6A5}" destId="{5E2E07EA-4573-49E1-92AF-3A66ADD096EF}" srcOrd="0" destOrd="0" presId="urn:microsoft.com/office/officeart/2005/8/layout/process4"/>
    <dgm:cxn modelId="{8330ED6E-02CB-4CE1-9A6D-10C5F2F12B05}" srcId="{1CD2DCB6-1508-414F-8953-00FC18C48527}" destId="{BF193759-FA16-4C21-8059-9B8C0C114E5E}" srcOrd="4" destOrd="0" parTransId="{94CEBD00-1D03-4A09-91E1-F0D292805C0A}" sibTransId="{6383CAB5-C2DA-4F53-9FBC-3775CBCF9CC7}"/>
    <dgm:cxn modelId="{2CCBF777-F83B-498A-B270-520792B40C3B}" srcId="{1CD2DCB6-1508-414F-8953-00FC18C48527}" destId="{43EE0BCD-D3C1-42CF-8C89-44923A6544FE}" srcOrd="3" destOrd="0" parTransId="{A6A6D6A5-EA6E-4846-BD7A-06B8DE5330ED}" sibTransId="{4032230F-7DA0-458C-8A52-0D48D40BA86B}"/>
    <dgm:cxn modelId="{6303C18A-6460-41E2-B00B-D46935B08F3F}" type="presOf" srcId="{4508EFA6-273D-4306-AE5B-2C2F9B2CA7A6}" destId="{E2318F97-C85F-4506-8303-2513602E4631}" srcOrd="0" destOrd="0" presId="urn:microsoft.com/office/officeart/2005/8/layout/process4"/>
    <dgm:cxn modelId="{CCEC6890-D73D-4DCB-A330-CFE6F50955FA}" type="presOf" srcId="{1CD2DCB6-1508-414F-8953-00FC18C48527}" destId="{CA063433-F8C6-4389-BA7D-682C3E5BED29}" srcOrd="0" destOrd="0" presId="urn:microsoft.com/office/officeart/2005/8/layout/process4"/>
    <dgm:cxn modelId="{40A371C5-EF83-4C00-94A2-75AB38A90903}" type="presOf" srcId="{A2136264-BC92-48F0-AE5B-50993530BC52}" destId="{CC4D9CE7-D29B-4554-9D03-2C669DDB9354}" srcOrd="0" destOrd="0" presId="urn:microsoft.com/office/officeart/2005/8/layout/process4"/>
    <dgm:cxn modelId="{680055E2-CF45-43BE-97F6-FD8BE85D7BA9}" srcId="{1CD2DCB6-1508-414F-8953-00FC18C48527}" destId="{A2136264-BC92-48F0-AE5B-50993530BC52}" srcOrd="2" destOrd="0" parTransId="{60DA19E9-B46B-40A4-B648-050E1DF44496}" sibTransId="{19BBF886-4051-429D-9A9E-4D78C9D93810}"/>
    <dgm:cxn modelId="{34C2B056-243F-4B42-8415-D41CDA2DCB82}" type="presParOf" srcId="{CA063433-F8C6-4389-BA7D-682C3E5BED29}" destId="{639EDFBC-89C5-4275-AF83-EE4C7294A57C}" srcOrd="0" destOrd="0" presId="urn:microsoft.com/office/officeart/2005/8/layout/process4"/>
    <dgm:cxn modelId="{5FE2EEA6-2562-4A45-917D-A9E9DAD044E9}" type="presParOf" srcId="{639EDFBC-89C5-4275-AF83-EE4C7294A57C}" destId="{97483414-4250-40F4-BBBE-D50860E91366}" srcOrd="0" destOrd="0" presId="urn:microsoft.com/office/officeart/2005/8/layout/process4"/>
    <dgm:cxn modelId="{6F2C96E6-EF6D-41DE-8072-2DE1BB0569BA}" type="presParOf" srcId="{CA063433-F8C6-4389-BA7D-682C3E5BED29}" destId="{F868D6E7-ED76-46A3-B76E-A6976D282179}" srcOrd="1" destOrd="0" presId="urn:microsoft.com/office/officeart/2005/8/layout/process4"/>
    <dgm:cxn modelId="{9340C15B-FE10-4279-ACD2-567C5BC44B97}" type="presParOf" srcId="{CA063433-F8C6-4389-BA7D-682C3E5BED29}" destId="{B27D48B7-0BE6-47FB-8CBE-7AA7AEE6DDCF}" srcOrd="2" destOrd="0" presId="urn:microsoft.com/office/officeart/2005/8/layout/process4"/>
    <dgm:cxn modelId="{336F5146-4540-4DA7-9FA7-7B54AEE3646E}" type="presParOf" srcId="{B27D48B7-0BE6-47FB-8CBE-7AA7AEE6DDCF}" destId="{FAEED1D5-C5EA-4A0D-ADB5-9BECE0DFFC3C}" srcOrd="0" destOrd="0" presId="urn:microsoft.com/office/officeart/2005/8/layout/process4"/>
    <dgm:cxn modelId="{0D1582F7-3FE7-4BC8-B667-AF90FB7D75E1}" type="presParOf" srcId="{CA063433-F8C6-4389-BA7D-682C3E5BED29}" destId="{919200FD-7DCB-412E-AC4D-06764EE1ADA4}" srcOrd="3" destOrd="0" presId="urn:microsoft.com/office/officeart/2005/8/layout/process4"/>
    <dgm:cxn modelId="{8F45F94A-22CC-4890-9F43-8A4092404D4E}" type="presParOf" srcId="{CA063433-F8C6-4389-BA7D-682C3E5BED29}" destId="{6E6AE0E3-8C04-4042-9B6E-46FB03E5D2F3}" srcOrd="4" destOrd="0" presId="urn:microsoft.com/office/officeart/2005/8/layout/process4"/>
    <dgm:cxn modelId="{BCAA0DEB-6173-4E79-8BD7-71675F102EA1}" type="presParOf" srcId="{6E6AE0E3-8C04-4042-9B6E-46FB03E5D2F3}" destId="{CC4D9CE7-D29B-4554-9D03-2C669DDB9354}" srcOrd="0" destOrd="0" presId="urn:microsoft.com/office/officeart/2005/8/layout/process4"/>
    <dgm:cxn modelId="{9891D689-1531-4E88-A07F-0C7F5AE223D0}" type="presParOf" srcId="{CA063433-F8C6-4389-BA7D-682C3E5BED29}" destId="{74A321D4-49B2-4C6D-A93E-DA746849CC6C}" srcOrd="5" destOrd="0" presId="urn:microsoft.com/office/officeart/2005/8/layout/process4"/>
    <dgm:cxn modelId="{31F69F16-C292-4092-A5FB-B4DB344D089D}" type="presParOf" srcId="{CA063433-F8C6-4389-BA7D-682C3E5BED29}" destId="{EE227434-98D2-4EBF-905F-BDD3ADB87025}" srcOrd="6" destOrd="0" presId="urn:microsoft.com/office/officeart/2005/8/layout/process4"/>
    <dgm:cxn modelId="{21844BB3-B566-45C7-8779-C846321636CF}" type="presParOf" srcId="{EE227434-98D2-4EBF-905F-BDD3ADB87025}" destId="{E2318F97-C85F-4506-8303-2513602E4631}" srcOrd="0" destOrd="0" presId="urn:microsoft.com/office/officeart/2005/8/layout/process4"/>
    <dgm:cxn modelId="{2318CC2C-D387-4706-8BF6-675AB1078010}" type="presParOf" srcId="{CA063433-F8C6-4389-BA7D-682C3E5BED29}" destId="{195B5015-F78C-4230-9EE1-881CA548F85B}" srcOrd="7" destOrd="0" presId="urn:microsoft.com/office/officeart/2005/8/layout/process4"/>
    <dgm:cxn modelId="{7859E5A0-5C26-424E-A074-E6EDD5FB3BFA}" type="presParOf" srcId="{CA063433-F8C6-4389-BA7D-682C3E5BED29}" destId="{9B7E717B-6AC5-4F85-9657-BD4DBF3A6713}" srcOrd="8" destOrd="0" presId="urn:microsoft.com/office/officeart/2005/8/layout/process4"/>
    <dgm:cxn modelId="{16EC3DEF-3BE2-4BE8-A446-CD990E94CF42}" type="presParOf" srcId="{9B7E717B-6AC5-4F85-9657-BD4DBF3A6713}" destId="{5E2E07EA-4573-49E1-92AF-3A66ADD096E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29FDAD-516E-4063-B1AF-E5B521FB3D7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C236726-C36D-4893-A5F4-DF53E9006955}">
      <dgm:prSet/>
      <dgm:spPr/>
      <dgm:t>
        <a:bodyPr/>
        <a:lstStyle/>
        <a:p>
          <a:pPr rtl="0"/>
          <a:r>
            <a:rPr lang="pt-BR" dirty="0">
              <a:latin typeface="Trebuchet MS" panose="020B0603020202020204"/>
            </a:rPr>
            <a:t>6. O passageiro solicitará corrida seguindo os procedimentos </a:t>
          </a:r>
          <a:r>
            <a:rPr lang="pt-BR" dirty="0"/>
            <a:t>de acordo com Regras de Negócios</a:t>
          </a:r>
          <a:r>
            <a:rPr lang="pt-BR" dirty="0">
              <a:latin typeface="Trebuchet MS" panose="020B0603020202020204"/>
            </a:rPr>
            <a:t>, dados cadastrados</a:t>
          </a:r>
          <a:r>
            <a:rPr lang="pt-BR" dirty="0"/>
            <a:t> e Requisitos Funcionais opções de Automóveis, Preços, Distância, após escolher e solicitar, o motorista mais próximo que aceitar será enviado ao local</a:t>
          </a:r>
          <a:r>
            <a:rPr lang="pt-BR" dirty="0">
              <a:latin typeface="Trebuchet MS" panose="020B0603020202020204"/>
            </a:rPr>
            <a:t>;</a:t>
          </a:r>
          <a:endParaRPr lang="en-US" dirty="0">
            <a:latin typeface="Trebuchet MS" panose="020B0603020202020204"/>
          </a:endParaRPr>
        </a:p>
      </dgm:t>
    </dgm:pt>
    <dgm:pt modelId="{D6CDD69A-21C1-4AD6-8401-63BEF4452F47}" type="parTrans" cxnId="{ACC0FC91-086E-44E7-8631-4B97C9F180B2}">
      <dgm:prSet/>
      <dgm:spPr/>
      <dgm:t>
        <a:bodyPr/>
        <a:lstStyle/>
        <a:p>
          <a:endParaRPr lang="en-US"/>
        </a:p>
      </dgm:t>
    </dgm:pt>
    <dgm:pt modelId="{5FF1FB3B-E2C2-48BC-908A-FDFC24EB7801}" type="sibTrans" cxnId="{ACC0FC91-086E-44E7-8631-4B97C9F180B2}">
      <dgm:prSet/>
      <dgm:spPr/>
      <dgm:t>
        <a:bodyPr/>
        <a:lstStyle/>
        <a:p>
          <a:endParaRPr lang="en-US"/>
        </a:p>
      </dgm:t>
    </dgm:pt>
    <dgm:pt modelId="{D9DAAAE4-5515-42D6-877E-5FB0BC0F3CF4}">
      <dgm:prSet/>
      <dgm:spPr/>
      <dgm:t>
        <a:bodyPr/>
        <a:lstStyle/>
        <a:p>
          <a:pPr rtl="0"/>
          <a:r>
            <a:rPr lang="pt-BR" dirty="0">
              <a:latin typeface="Trebuchet MS" panose="020B0603020202020204"/>
            </a:rPr>
            <a:t>8. Ao</a:t>
          </a:r>
          <a:r>
            <a:rPr lang="pt-BR" dirty="0"/>
            <a:t> chegar no destino</a:t>
          </a:r>
          <a:r>
            <a:rPr lang="pt-BR" dirty="0">
              <a:latin typeface="Trebuchet MS" panose="020B0603020202020204"/>
            </a:rPr>
            <a:t> e finalizar corrida</a:t>
          </a:r>
          <a:r>
            <a:rPr lang="pt-BR" dirty="0"/>
            <a:t>,</a:t>
          </a:r>
          <a:r>
            <a:rPr lang="pt-BR" dirty="0">
              <a:latin typeface="Trebuchet MS" panose="020B0603020202020204"/>
            </a:rPr>
            <a:t> será descontado </a:t>
          </a:r>
          <a:r>
            <a:rPr lang="pt-BR" dirty="0" err="1">
              <a:latin typeface="Trebuchet MS" panose="020B0603020202020204"/>
            </a:rPr>
            <a:t>eletrônicamente</a:t>
          </a:r>
          <a:r>
            <a:rPr lang="pt-BR" dirty="0">
              <a:latin typeface="Trebuchet MS" panose="020B0603020202020204"/>
            </a:rPr>
            <a:t> (Forma de Pagamento em Cartão de Crédito ou Débito), ou em cédulas (solicitada pelo motorista);</a:t>
          </a:r>
          <a:endParaRPr lang="en-US" dirty="0"/>
        </a:p>
      </dgm:t>
    </dgm:pt>
    <dgm:pt modelId="{21F89885-7F30-45F2-80C6-90B076C0666B}" type="parTrans" cxnId="{C6256BFF-BC0B-485C-B21F-EFEB12F97CC6}">
      <dgm:prSet/>
      <dgm:spPr/>
      <dgm:t>
        <a:bodyPr/>
        <a:lstStyle/>
        <a:p>
          <a:endParaRPr lang="en-US"/>
        </a:p>
      </dgm:t>
    </dgm:pt>
    <dgm:pt modelId="{C539599B-D8CF-42FC-A1FE-D0305C304047}" type="sibTrans" cxnId="{C6256BFF-BC0B-485C-B21F-EFEB12F97CC6}">
      <dgm:prSet/>
      <dgm:spPr/>
      <dgm:t>
        <a:bodyPr/>
        <a:lstStyle/>
        <a:p>
          <a:endParaRPr lang="en-US"/>
        </a:p>
      </dgm:t>
    </dgm:pt>
    <dgm:pt modelId="{75AA0F2A-934F-4449-8821-7AE5BAE35F1E}">
      <dgm:prSet phldr="0"/>
      <dgm:spPr/>
      <dgm:t>
        <a:bodyPr/>
        <a:lstStyle/>
        <a:p>
          <a:pPr rtl="0"/>
          <a:r>
            <a:rPr lang="pt-BR" dirty="0">
              <a:latin typeface="Trebuchet MS" panose="020B0603020202020204"/>
            </a:rPr>
            <a:t>7. O E-commerce</a:t>
          </a:r>
          <a:r>
            <a:rPr lang="pt-BR" dirty="0"/>
            <a:t> </a:t>
          </a:r>
          <a:r>
            <a:rPr lang="pt-BR" dirty="0">
              <a:latin typeface="Trebuchet MS" panose="020B0603020202020204"/>
            </a:rPr>
            <a:t>informará os dados do motorista e do automóvel que está sendo usado por ele na Conta do Passageiro, além da opção de Bate-papo para comunicar-se pela plataforma;</a:t>
          </a:r>
          <a:r>
            <a:rPr lang="pt-BR" dirty="0"/>
            <a:t> </a:t>
          </a:r>
        </a:p>
      </dgm:t>
    </dgm:pt>
    <dgm:pt modelId="{78D0E821-D13E-4A0F-9401-D021C787FCF5}" type="parTrans" cxnId="{EFCCFB9F-886F-471E-94E4-35CFFA5E8A22}">
      <dgm:prSet/>
      <dgm:spPr/>
    </dgm:pt>
    <dgm:pt modelId="{3BD6DD12-70CE-48B7-B4A6-691480561C93}" type="sibTrans" cxnId="{EFCCFB9F-886F-471E-94E4-35CFFA5E8A22}">
      <dgm:prSet/>
      <dgm:spPr/>
      <dgm:t>
        <a:bodyPr/>
        <a:lstStyle/>
        <a:p>
          <a:endParaRPr lang="pt-BR"/>
        </a:p>
      </dgm:t>
    </dgm:pt>
    <dgm:pt modelId="{039080CF-575A-4E34-8815-B9A31B541171}">
      <dgm:prSet phldr="0"/>
      <dgm:spPr/>
      <dgm:t>
        <a:bodyPr/>
        <a:lstStyle/>
        <a:p>
          <a:pPr rtl="0"/>
          <a:r>
            <a:rPr lang="pt-BR" dirty="0">
              <a:latin typeface="Trebuchet MS" panose="020B0603020202020204"/>
            </a:rPr>
            <a:t>9. Por fim, será finalizado definitivamente após cada um avaliar o perfil do outro, fazendo com que o E-commerce envie o recibo de Corrida tanto para o E-mail cadastrado e para as notificações do Perfil criado.</a:t>
          </a:r>
        </a:p>
      </dgm:t>
    </dgm:pt>
    <dgm:pt modelId="{A77EA098-DB64-4611-A610-573AB11DB32A}" type="parTrans" cxnId="{6EE75C18-FCEA-473A-B89C-BF0E2815FE68}">
      <dgm:prSet/>
      <dgm:spPr/>
    </dgm:pt>
    <dgm:pt modelId="{8914CF40-748A-439D-9947-6ADC9F7B312F}" type="sibTrans" cxnId="{6EE75C18-FCEA-473A-B89C-BF0E2815FE68}">
      <dgm:prSet/>
      <dgm:spPr/>
    </dgm:pt>
    <dgm:pt modelId="{460F51F8-E58C-40EE-A0D4-5BB1A7B31BCB}" type="pres">
      <dgm:prSet presAssocID="{F829FDAD-516E-4063-B1AF-E5B521FB3D7C}" presName="outerComposite" presStyleCnt="0">
        <dgm:presLayoutVars>
          <dgm:chMax val="5"/>
          <dgm:dir/>
          <dgm:resizeHandles val="exact"/>
        </dgm:presLayoutVars>
      </dgm:prSet>
      <dgm:spPr/>
    </dgm:pt>
    <dgm:pt modelId="{296CA01B-0324-44C0-A52A-CE201E64DCFC}" type="pres">
      <dgm:prSet presAssocID="{F829FDAD-516E-4063-B1AF-E5B521FB3D7C}" presName="dummyMaxCanvas" presStyleCnt="0">
        <dgm:presLayoutVars/>
      </dgm:prSet>
      <dgm:spPr/>
    </dgm:pt>
    <dgm:pt modelId="{BB59576A-F38A-4F1F-918C-3E7829104BA4}" type="pres">
      <dgm:prSet presAssocID="{F829FDAD-516E-4063-B1AF-E5B521FB3D7C}" presName="FourNodes_1" presStyleLbl="node1" presStyleIdx="0" presStyleCnt="4">
        <dgm:presLayoutVars>
          <dgm:bulletEnabled val="1"/>
        </dgm:presLayoutVars>
      </dgm:prSet>
      <dgm:spPr/>
    </dgm:pt>
    <dgm:pt modelId="{CA15FA01-FA39-455B-8ACB-152FD2787B71}" type="pres">
      <dgm:prSet presAssocID="{F829FDAD-516E-4063-B1AF-E5B521FB3D7C}" presName="FourNodes_2" presStyleLbl="node1" presStyleIdx="1" presStyleCnt="4">
        <dgm:presLayoutVars>
          <dgm:bulletEnabled val="1"/>
        </dgm:presLayoutVars>
      </dgm:prSet>
      <dgm:spPr/>
    </dgm:pt>
    <dgm:pt modelId="{088BEC72-1753-4D01-813C-BB734C71D010}" type="pres">
      <dgm:prSet presAssocID="{F829FDAD-516E-4063-B1AF-E5B521FB3D7C}" presName="FourNodes_3" presStyleLbl="node1" presStyleIdx="2" presStyleCnt="4">
        <dgm:presLayoutVars>
          <dgm:bulletEnabled val="1"/>
        </dgm:presLayoutVars>
      </dgm:prSet>
      <dgm:spPr/>
    </dgm:pt>
    <dgm:pt modelId="{068A7D81-4270-4A86-90BC-90A7C95F1A0B}" type="pres">
      <dgm:prSet presAssocID="{F829FDAD-516E-4063-B1AF-E5B521FB3D7C}" presName="FourNodes_4" presStyleLbl="node1" presStyleIdx="3" presStyleCnt="4">
        <dgm:presLayoutVars>
          <dgm:bulletEnabled val="1"/>
        </dgm:presLayoutVars>
      </dgm:prSet>
      <dgm:spPr/>
    </dgm:pt>
    <dgm:pt modelId="{EBF08BCE-ACE6-4806-A045-0CBD4AB741EB}" type="pres">
      <dgm:prSet presAssocID="{F829FDAD-516E-4063-B1AF-E5B521FB3D7C}" presName="FourConn_1-2" presStyleLbl="fgAccFollowNode1" presStyleIdx="0" presStyleCnt="3">
        <dgm:presLayoutVars>
          <dgm:bulletEnabled val="1"/>
        </dgm:presLayoutVars>
      </dgm:prSet>
      <dgm:spPr/>
    </dgm:pt>
    <dgm:pt modelId="{D6D0324C-96F3-4EC3-83CC-AB0499B5E509}" type="pres">
      <dgm:prSet presAssocID="{F829FDAD-516E-4063-B1AF-E5B521FB3D7C}" presName="FourConn_2-3" presStyleLbl="fgAccFollowNode1" presStyleIdx="1" presStyleCnt="3">
        <dgm:presLayoutVars>
          <dgm:bulletEnabled val="1"/>
        </dgm:presLayoutVars>
      </dgm:prSet>
      <dgm:spPr/>
    </dgm:pt>
    <dgm:pt modelId="{7EF20ED4-ABD1-4F6D-9487-8ECE69B398CB}" type="pres">
      <dgm:prSet presAssocID="{F829FDAD-516E-4063-B1AF-E5B521FB3D7C}" presName="FourConn_3-4" presStyleLbl="fgAccFollowNode1" presStyleIdx="2" presStyleCnt="3">
        <dgm:presLayoutVars>
          <dgm:bulletEnabled val="1"/>
        </dgm:presLayoutVars>
      </dgm:prSet>
      <dgm:spPr/>
    </dgm:pt>
    <dgm:pt modelId="{B839C5BF-DDE8-4A41-853B-19FA32EB4F51}" type="pres">
      <dgm:prSet presAssocID="{F829FDAD-516E-4063-B1AF-E5B521FB3D7C}" presName="FourNodes_1_text" presStyleLbl="node1" presStyleIdx="3" presStyleCnt="4">
        <dgm:presLayoutVars>
          <dgm:bulletEnabled val="1"/>
        </dgm:presLayoutVars>
      </dgm:prSet>
      <dgm:spPr/>
    </dgm:pt>
    <dgm:pt modelId="{747A5996-9CCD-461C-B105-061EDAF325EF}" type="pres">
      <dgm:prSet presAssocID="{F829FDAD-516E-4063-B1AF-E5B521FB3D7C}" presName="FourNodes_2_text" presStyleLbl="node1" presStyleIdx="3" presStyleCnt="4">
        <dgm:presLayoutVars>
          <dgm:bulletEnabled val="1"/>
        </dgm:presLayoutVars>
      </dgm:prSet>
      <dgm:spPr/>
    </dgm:pt>
    <dgm:pt modelId="{C3F497BB-02A2-44BA-9EA4-E41BD1D4443D}" type="pres">
      <dgm:prSet presAssocID="{F829FDAD-516E-4063-B1AF-E5B521FB3D7C}" presName="FourNodes_3_text" presStyleLbl="node1" presStyleIdx="3" presStyleCnt="4">
        <dgm:presLayoutVars>
          <dgm:bulletEnabled val="1"/>
        </dgm:presLayoutVars>
      </dgm:prSet>
      <dgm:spPr/>
    </dgm:pt>
    <dgm:pt modelId="{068D50C4-2121-402B-8EE6-07A3E6484AA9}" type="pres">
      <dgm:prSet presAssocID="{F829FDAD-516E-4063-B1AF-E5B521FB3D7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51A3B14-90C4-40D9-BE61-11482C35AC77}" type="presOf" srcId="{3BD6DD12-70CE-48B7-B4A6-691480561C93}" destId="{D6D0324C-96F3-4EC3-83CC-AB0499B5E509}" srcOrd="0" destOrd="0" presId="urn:microsoft.com/office/officeart/2005/8/layout/vProcess5"/>
    <dgm:cxn modelId="{6EE75C18-FCEA-473A-B89C-BF0E2815FE68}" srcId="{F829FDAD-516E-4063-B1AF-E5B521FB3D7C}" destId="{039080CF-575A-4E34-8815-B9A31B541171}" srcOrd="3" destOrd="0" parTransId="{A77EA098-DB64-4611-A610-573AB11DB32A}" sibTransId="{8914CF40-748A-439D-9947-6ADC9F7B312F}"/>
    <dgm:cxn modelId="{9ADA8C1E-0D28-4774-A7A7-CDD59B65F442}" type="presOf" srcId="{F829FDAD-516E-4063-B1AF-E5B521FB3D7C}" destId="{460F51F8-E58C-40EE-A0D4-5BB1A7B31BCB}" srcOrd="0" destOrd="0" presId="urn:microsoft.com/office/officeart/2005/8/layout/vProcess5"/>
    <dgm:cxn modelId="{7BB17923-E136-4657-AE5B-70A1FB26BA40}" type="presOf" srcId="{5FF1FB3B-E2C2-48BC-908A-FDFC24EB7801}" destId="{EBF08BCE-ACE6-4806-A045-0CBD4AB741EB}" srcOrd="0" destOrd="0" presId="urn:microsoft.com/office/officeart/2005/8/layout/vProcess5"/>
    <dgm:cxn modelId="{4CB4262F-2024-4E59-9769-0CC05AB0E1E4}" type="presOf" srcId="{EC236726-C36D-4893-A5F4-DF53E9006955}" destId="{B839C5BF-DDE8-4A41-853B-19FA32EB4F51}" srcOrd="1" destOrd="0" presId="urn:microsoft.com/office/officeart/2005/8/layout/vProcess5"/>
    <dgm:cxn modelId="{73718A35-44D3-4449-AAC7-70D40E873623}" type="presOf" srcId="{039080CF-575A-4E34-8815-B9A31B541171}" destId="{068A7D81-4270-4A86-90BC-90A7C95F1A0B}" srcOrd="0" destOrd="0" presId="urn:microsoft.com/office/officeart/2005/8/layout/vProcess5"/>
    <dgm:cxn modelId="{BBE4FE75-A8EA-4B52-AC8F-962923B51F70}" type="presOf" srcId="{C539599B-D8CF-42FC-A1FE-D0305C304047}" destId="{7EF20ED4-ABD1-4F6D-9487-8ECE69B398CB}" srcOrd="0" destOrd="0" presId="urn:microsoft.com/office/officeart/2005/8/layout/vProcess5"/>
    <dgm:cxn modelId="{20FC3C5A-76FF-4998-8352-1134D1376899}" type="presOf" srcId="{039080CF-575A-4E34-8815-B9A31B541171}" destId="{068D50C4-2121-402B-8EE6-07A3E6484AA9}" srcOrd="1" destOrd="0" presId="urn:microsoft.com/office/officeart/2005/8/layout/vProcess5"/>
    <dgm:cxn modelId="{ACC0FC91-086E-44E7-8631-4B97C9F180B2}" srcId="{F829FDAD-516E-4063-B1AF-E5B521FB3D7C}" destId="{EC236726-C36D-4893-A5F4-DF53E9006955}" srcOrd="0" destOrd="0" parTransId="{D6CDD69A-21C1-4AD6-8401-63BEF4452F47}" sibTransId="{5FF1FB3B-E2C2-48BC-908A-FDFC24EB7801}"/>
    <dgm:cxn modelId="{75C33B98-0C48-4415-94EE-54DFE209EA19}" type="presOf" srcId="{75AA0F2A-934F-4449-8821-7AE5BAE35F1E}" destId="{CA15FA01-FA39-455B-8ACB-152FD2787B71}" srcOrd="0" destOrd="0" presId="urn:microsoft.com/office/officeart/2005/8/layout/vProcess5"/>
    <dgm:cxn modelId="{EFCCFB9F-886F-471E-94E4-35CFFA5E8A22}" srcId="{F829FDAD-516E-4063-B1AF-E5B521FB3D7C}" destId="{75AA0F2A-934F-4449-8821-7AE5BAE35F1E}" srcOrd="1" destOrd="0" parTransId="{78D0E821-D13E-4A0F-9401-D021C787FCF5}" sibTransId="{3BD6DD12-70CE-48B7-B4A6-691480561C93}"/>
    <dgm:cxn modelId="{E3A639B1-AE50-4C6D-AF79-636E4BACC8AA}" type="presOf" srcId="{EC236726-C36D-4893-A5F4-DF53E9006955}" destId="{BB59576A-F38A-4F1F-918C-3E7829104BA4}" srcOrd="0" destOrd="0" presId="urn:microsoft.com/office/officeart/2005/8/layout/vProcess5"/>
    <dgm:cxn modelId="{D070FBC2-E5D8-432B-B3F1-F6B04C62647B}" type="presOf" srcId="{D9DAAAE4-5515-42D6-877E-5FB0BC0F3CF4}" destId="{088BEC72-1753-4D01-813C-BB734C71D010}" srcOrd="0" destOrd="0" presId="urn:microsoft.com/office/officeart/2005/8/layout/vProcess5"/>
    <dgm:cxn modelId="{D331F6C4-548A-4217-8944-D13872FFEBB4}" type="presOf" srcId="{D9DAAAE4-5515-42D6-877E-5FB0BC0F3CF4}" destId="{C3F497BB-02A2-44BA-9EA4-E41BD1D4443D}" srcOrd="1" destOrd="0" presId="urn:microsoft.com/office/officeart/2005/8/layout/vProcess5"/>
    <dgm:cxn modelId="{779870C7-58EA-42FF-B91A-37B9BA0D1E5A}" type="presOf" srcId="{75AA0F2A-934F-4449-8821-7AE5BAE35F1E}" destId="{747A5996-9CCD-461C-B105-061EDAF325EF}" srcOrd="1" destOrd="0" presId="urn:microsoft.com/office/officeart/2005/8/layout/vProcess5"/>
    <dgm:cxn modelId="{C6256BFF-BC0B-485C-B21F-EFEB12F97CC6}" srcId="{F829FDAD-516E-4063-B1AF-E5B521FB3D7C}" destId="{D9DAAAE4-5515-42D6-877E-5FB0BC0F3CF4}" srcOrd="2" destOrd="0" parTransId="{21F89885-7F30-45F2-80C6-90B076C0666B}" sibTransId="{C539599B-D8CF-42FC-A1FE-D0305C304047}"/>
    <dgm:cxn modelId="{E4997372-B00F-4B8E-9B39-E2363D8A87E6}" type="presParOf" srcId="{460F51F8-E58C-40EE-A0D4-5BB1A7B31BCB}" destId="{296CA01B-0324-44C0-A52A-CE201E64DCFC}" srcOrd="0" destOrd="0" presId="urn:microsoft.com/office/officeart/2005/8/layout/vProcess5"/>
    <dgm:cxn modelId="{FF706863-97B7-4CCD-9AB6-25CA61DA87CF}" type="presParOf" srcId="{460F51F8-E58C-40EE-A0D4-5BB1A7B31BCB}" destId="{BB59576A-F38A-4F1F-918C-3E7829104BA4}" srcOrd="1" destOrd="0" presId="urn:microsoft.com/office/officeart/2005/8/layout/vProcess5"/>
    <dgm:cxn modelId="{8902C57B-B0C4-43F6-BDEF-20C66879C27A}" type="presParOf" srcId="{460F51F8-E58C-40EE-A0D4-5BB1A7B31BCB}" destId="{CA15FA01-FA39-455B-8ACB-152FD2787B71}" srcOrd="2" destOrd="0" presId="urn:microsoft.com/office/officeart/2005/8/layout/vProcess5"/>
    <dgm:cxn modelId="{01E91B73-7AFE-4837-B8B7-05815769217F}" type="presParOf" srcId="{460F51F8-E58C-40EE-A0D4-5BB1A7B31BCB}" destId="{088BEC72-1753-4D01-813C-BB734C71D010}" srcOrd="3" destOrd="0" presId="urn:microsoft.com/office/officeart/2005/8/layout/vProcess5"/>
    <dgm:cxn modelId="{E8711701-17CA-49D3-82BA-27E94D5692BC}" type="presParOf" srcId="{460F51F8-E58C-40EE-A0D4-5BB1A7B31BCB}" destId="{068A7D81-4270-4A86-90BC-90A7C95F1A0B}" srcOrd="4" destOrd="0" presId="urn:microsoft.com/office/officeart/2005/8/layout/vProcess5"/>
    <dgm:cxn modelId="{F8216FFF-6154-412E-9221-9AD94F3335E0}" type="presParOf" srcId="{460F51F8-E58C-40EE-A0D4-5BB1A7B31BCB}" destId="{EBF08BCE-ACE6-4806-A045-0CBD4AB741EB}" srcOrd="5" destOrd="0" presId="urn:microsoft.com/office/officeart/2005/8/layout/vProcess5"/>
    <dgm:cxn modelId="{E789BB2C-5459-4D09-BD77-45E879F9C203}" type="presParOf" srcId="{460F51F8-E58C-40EE-A0D4-5BB1A7B31BCB}" destId="{D6D0324C-96F3-4EC3-83CC-AB0499B5E509}" srcOrd="6" destOrd="0" presId="urn:microsoft.com/office/officeart/2005/8/layout/vProcess5"/>
    <dgm:cxn modelId="{3DE30BA8-606E-4155-B9DB-06C2D1A6B3FF}" type="presParOf" srcId="{460F51F8-E58C-40EE-A0D4-5BB1A7B31BCB}" destId="{7EF20ED4-ABD1-4F6D-9487-8ECE69B398CB}" srcOrd="7" destOrd="0" presId="urn:microsoft.com/office/officeart/2005/8/layout/vProcess5"/>
    <dgm:cxn modelId="{67DDC3F1-5735-48F7-90DB-ECD5A8B15D96}" type="presParOf" srcId="{460F51F8-E58C-40EE-A0D4-5BB1A7B31BCB}" destId="{B839C5BF-DDE8-4A41-853B-19FA32EB4F51}" srcOrd="8" destOrd="0" presId="urn:microsoft.com/office/officeart/2005/8/layout/vProcess5"/>
    <dgm:cxn modelId="{14056C58-7BB2-44ED-8D61-FB5B41C7F93A}" type="presParOf" srcId="{460F51F8-E58C-40EE-A0D4-5BB1A7B31BCB}" destId="{747A5996-9CCD-461C-B105-061EDAF325EF}" srcOrd="9" destOrd="0" presId="urn:microsoft.com/office/officeart/2005/8/layout/vProcess5"/>
    <dgm:cxn modelId="{834ABA02-45C1-47B9-ADC0-53EBA8C91867}" type="presParOf" srcId="{460F51F8-E58C-40EE-A0D4-5BB1A7B31BCB}" destId="{C3F497BB-02A2-44BA-9EA4-E41BD1D4443D}" srcOrd="10" destOrd="0" presId="urn:microsoft.com/office/officeart/2005/8/layout/vProcess5"/>
    <dgm:cxn modelId="{4E3683A5-2DEA-4318-AFEA-5637CD3B3787}" type="presParOf" srcId="{460F51F8-E58C-40EE-A0D4-5BB1A7B31BCB}" destId="{068D50C4-2121-402B-8EE6-07A3E6484AA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83414-4250-40F4-BBBE-D50860E91366}">
      <dsp:nvSpPr>
        <dsp:cNvPr id="0" name=""/>
        <dsp:cNvSpPr/>
      </dsp:nvSpPr>
      <dsp:spPr>
        <a:xfrm>
          <a:off x="0" y="4275731"/>
          <a:ext cx="6628804" cy="70146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5. Caso seja Cliente e estiver 'Logado', o sistema levará até a área principal do E-commerce;</a:t>
          </a:r>
          <a:endParaRPr lang="pt-BR" sz="1700" kern="1200"/>
        </a:p>
      </dsp:txBody>
      <dsp:txXfrm>
        <a:off x="0" y="4275731"/>
        <a:ext cx="6628804" cy="701469"/>
      </dsp:txXfrm>
    </dsp:sp>
    <dsp:sp modelId="{FAEED1D5-C5EA-4A0D-ADB5-9BECE0DFFC3C}">
      <dsp:nvSpPr>
        <dsp:cNvPr id="0" name=""/>
        <dsp:cNvSpPr/>
      </dsp:nvSpPr>
      <dsp:spPr>
        <a:xfrm rot="10800000">
          <a:off x="0" y="3207393"/>
          <a:ext cx="6628804" cy="1078859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4. Caso seja Cliente e não ter feito 'Login', o sistema levará até a página de início, e esse clicará em 'Logar';</a:t>
          </a:r>
        </a:p>
      </dsp:txBody>
      <dsp:txXfrm rot="10800000">
        <a:off x="0" y="3207393"/>
        <a:ext cx="6628804" cy="701010"/>
      </dsp:txXfrm>
    </dsp:sp>
    <dsp:sp modelId="{CC4D9CE7-D29B-4554-9D03-2C669DDB9354}">
      <dsp:nvSpPr>
        <dsp:cNvPr id="0" name=""/>
        <dsp:cNvSpPr/>
      </dsp:nvSpPr>
      <dsp:spPr>
        <a:xfrm rot="10800000">
          <a:off x="0" y="2139055"/>
          <a:ext cx="6628804" cy="1078859"/>
        </a:xfrm>
        <a:prstGeom prst="upArrowCallou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3. Após</a:t>
          </a:r>
          <a:r>
            <a:rPr lang="pt-BR" sz="1700" kern="1200"/>
            <a:t> Cadastrar ou 'Logar' encaminhará para o área principal do E-commerce;</a:t>
          </a:r>
        </a:p>
      </dsp:txBody>
      <dsp:txXfrm rot="10800000">
        <a:off x="0" y="2139055"/>
        <a:ext cx="6628804" cy="701010"/>
      </dsp:txXfrm>
    </dsp:sp>
    <dsp:sp modelId="{E2318F97-C85F-4506-8303-2513602E4631}">
      <dsp:nvSpPr>
        <dsp:cNvPr id="0" name=""/>
        <dsp:cNvSpPr/>
      </dsp:nvSpPr>
      <dsp:spPr>
        <a:xfrm rot="10800000">
          <a:off x="0" y="1070718"/>
          <a:ext cx="6628804" cy="1078859"/>
        </a:xfrm>
        <a:prstGeom prst="upArrowCallou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 2. Caso</a:t>
          </a:r>
          <a:r>
            <a:rPr lang="pt-BR" sz="1700" kern="1200"/>
            <a:t> não </a:t>
          </a:r>
          <a:r>
            <a:rPr lang="pt-BR" sz="1700" kern="1200">
              <a:latin typeface="Trebuchet MS" panose="020B0603020202020204"/>
            </a:rPr>
            <a:t>seja</a:t>
          </a:r>
          <a:r>
            <a:rPr lang="pt-BR" sz="1700" kern="1200"/>
            <a:t> Cliente</a:t>
          </a:r>
          <a:r>
            <a:rPr lang="pt-BR" sz="1700" kern="1200">
              <a:latin typeface="Trebuchet MS" panose="020B0603020202020204"/>
            </a:rPr>
            <a:t>,</a:t>
          </a:r>
          <a:r>
            <a:rPr lang="pt-BR" sz="1700" kern="1200"/>
            <a:t> o sistema levará</a:t>
          </a:r>
          <a:r>
            <a:rPr lang="pt-BR" sz="1700" kern="1200">
              <a:latin typeface="Trebuchet MS" panose="020B0603020202020204"/>
            </a:rPr>
            <a:t> </a:t>
          </a:r>
          <a:r>
            <a:rPr lang="pt-BR" sz="1700" kern="1200"/>
            <a:t> até </a:t>
          </a:r>
          <a:r>
            <a:rPr lang="pt-BR" sz="1700" kern="1200">
              <a:latin typeface="Trebuchet MS" panose="020B0603020202020204"/>
            </a:rPr>
            <a:t>a página de ínicio onde terá a opção de 'Logar' e 'Cadastrar';</a:t>
          </a:r>
          <a:endParaRPr lang="en-US" sz="1700" kern="1200"/>
        </a:p>
      </dsp:txBody>
      <dsp:txXfrm rot="10800000">
        <a:off x="0" y="1070718"/>
        <a:ext cx="6628804" cy="701010"/>
      </dsp:txXfrm>
    </dsp:sp>
    <dsp:sp modelId="{5E2E07EA-4573-49E1-92AF-3A66ADD096EF}">
      <dsp:nvSpPr>
        <dsp:cNvPr id="0" name=""/>
        <dsp:cNvSpPr/>
      </dsp:nvSpPr>
      <dsp:spPr>
        <a:xfrm rot="10800000">
          <a:off x="0" y="2380"/>
          <a:ext cx="6628804" cy="1078859"/>
        </a:xfrm>
        <a:prstGeom prst="upArrowCallou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6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1. O</a:t>
          </a:r>
          <a:r>
            <a:rPr lang="pt-BR" sz="1700" kern="1200"/>
            <a:t> sistema </a:t>
          </a:r>
          <a:r>
            <a:rPr lang="pt-BR" sz="1700" kern="1200">
              <a:latin typeface="Trebuchet MS" panose="020B0603020202020204"/>
            </a:rPr>
            <a:t>conferirá</a:t>
          </a:r>
          <a:r>
            <a:rPr lang="pt-BR" sz="1700" kern="1200"/>
            <a:t> o perfil do passageiro</a:t>
          </a:r>
          <a:r>
            <a:rPr lang="pt-BR" sz="1700" kern="1200">
              <a:latin typeface="Trebuchet MS" panose="020B0603020202020204"/>
            </a:rPr>
            <a:t> (existente, existente e 'logado' ou necessário cadastrar);</a:t>
          </a:r>
          <a:endParaRPr lang="en-US" sz="1700" kern="1200"/>
        </a:p>
      </dsp:txBody>
      <dsp:txXfrm rot="10800000">
        <a:off x="0" y="2380"/>
        <a:ext cx="6628804" cy="701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9576A-F38A-4F1F-918C-3E7829104BA4}">
      <dsp:nvSpPr>
        <dsp:cNvPr id="0" name=""/>
        <dsp:cNvSpPr/>
      </dsp:nvSpPr>
      <dsp:spPr>
        <a:xfrm>
          <a:off x="0" y="0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latin typeface="Trebuchet MS" panose="020B0603020202020204"/>
            </a:rPr>
            <a:t>6. O passageiro solicitará corrida seguindo os procedimentos </a:t>
          </a:r>
          <a:r>
            <a:rPr lang="pt-BR" sz="1600" kern="1200" dirty="0"/>
            <a:t>de acordo com Regras de Negócios</a:t>
          </a:r>
          <a:r>
            <a:rPr lang="pt-BR" sz="1600" kern="1200" dirty="0">
              <a:latin typeface="Trebuchet MS" panose="020B0603020202020204"/>
            </a:rPr>
            <a:t>, dados cadastrados</a:t>
          </a:r>
          <a:r>
            <a:rPr lang="pt-BR" sz="1600" kern="1200" dirty="0"/>
            <a:t> e Requisitos Funcionais opções de Automóveis, Preços, Distância, após escolher e solicitar, o motorista mais próximo que aceitar será enviado ao local</a:t>
          </a:r>
          <a:r>
            <a:rPr lang="pt-BR" sz="1600" kern="1200" dirty="0">
              <a:latin typeface="Trebuchet MS" panose="020B0603020202020204"/>
            </a:rPr>
            <a:t>;</a:t>
          </a:r>
          <a:endParaRPr lang="en-US" sz="1600" kern="1200" dirty="0">
            <a:latin typeface="Trebuchet MS" panose="020B0603020202020204"/>
          </a:endParaRPr>
        </a:p>
      </dsp:txBody>
      <dsp:txXfrm>
        <a:off x="31480" y="31480"/>
        <a:ext cx="6443866" cy="1011863"/>
      </dsp:txXfrm>
    </dsp:sp>
    <dsp:sp modelId="{CA15FA01-FA39-455B-8ACB-152FD2787B71}">
      <dsp:nvSpPr>
        <dsp:cNvPr id="0" name=""/>
        <dsp:cNvSpPr/>
      </dsp:nvSpPr>
      <dsp:spPr>
        <a:xfrm>
          <a:off x="644414" y="1270245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latin typeface="Trebuchet MS" panose="020B0603020202020204"/>
            </a:rPr>
            <a:t>7. O E-commerce</a:t>
          </a:r>
          <a:r>
            <a:rPr lang="pt-BR" sz="1600" kern="1200" dirty="0"/>
            <a:t> </a:t>
          </a:r>
          <a:r>
            <a:rPr lang="pt-BR" sz="1600" kern="1200" dirty="0">
              <a:latin typeface="Trebuchet MS" panose="020B0603020202020204"/>
            </a:rPr>
            <a:t>informará os dados do motorista e do automóvel que está sendo usado por ele na Conta do Passageiro, além da opção de Bate-papo para comunicar-se pela plataforma;</a:t>
          </a:r>
          <a:r>
            <a:rPr lang="pt-BR" sz="1600" kern="1200" dirty="0"/>
            <a:t> </a:t>
          </a:r>
        </a:p>
      </dsp:txBody>
      <dsp:txXfrm>
        <a:off x="675894" y="1301725"/>
        <a:ext cx="6288496" cy="1011863"/>
      </dsp:txXfrm>
    </dsp:sp>
    <dsp:sp modelId="{088BEC72-1753-4D01-813C-BB734C71D010}">
      <dsp:nvSpPr>
        <dsp:cNvPr id="0" name=""/>
        <dsp:cNvSpPr/>
      </dsp:nvSpPr>
      <dsp:spPr>
        <a:xfrm>
          <a:off x="1279211" y="2540491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latin typeface="Trebuchet MS" panose="020B0603020202020204"/>
            </a:rPr>
            <a:t>8. Ao</a:t>
          </a:r>
          <a:r>
            <a:rPr lang="pt-BR" sz="1600" kern="1200" dirty="0"/>
            <a:t> chegar no destino</a:t>
          </a:r>
          <a:r>
            <a:rPr lang="pt-BR" sz="1600" kern="1200" dirty="0">
              <a:latin typeface="Trebuchet MS" panose="020B0603020202020204"/>
            </a:rPr>
            <a:t> e finalizar corrida</a:t>
          </a:r>
          <a:r>
            <a:rPr lang="pt-BR" sz="1600" kern="1200" dirty="0"/>
            <a:t>,</a:t>
          </a:r>
          <a:r>
            <a:rPr lang="pt-BR" sz="1600" kern="1200" dirty="0">
              <a:latin typeface="Trebuchet MS" panose="020B0603020202020204"/>
            </a:rPr>
            <a:t> será descontado </a:t>
          </a:r>
          <a:r>
            <a:rPr lang="pt-BR" sz="1600" kern="1200" dirty="0" err="1">
              <a:latin typeface="Trebuchet MS" panose="020B0603020202020204"/>
            </a:rPr>
            <a:t>eletrônicamente</a:t>
          </a:r>
          <a:r>
            <a:rPr lang="pt-BR" sz="1600" kern="1200" dirty="0">
              <a:latin typeface="Trebuchet MS" panose="020B0603020202020204"/>
            </a:rPr>
            <a:t> (Forma de Pagamento em Cartão de Crédito ou Débito), ou em cédulas (solicitada pelo motorista);</a:t>
          </a:r>
          <a:endParaRPr lang="en-US" sz="1600" kern="1200" dirty="0"/>
        </a:p>
      </dsp:txBody>
      <dsp:txXfrm>
        <a:off x="1310691" y="2571971"/>
        <a:ext cx="6298114" cy="1011863"/>
      </dsp:txXfrm>
    </dsp:sp>
    <dsp:sp modelId="{068A7D81-4270-4A86-90BC-90A7C95F1A0B}">
      <dsp:nvSpPr>
        <dsp:cNvPr id="0" name=""/>
        <dsp:cNvSpPr/>
      </dsp:nvSpPr>
      <dsp:spPr>
        <a:xfrm>
          <a:off x="1923626" y="3810736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latin typeface="Trebuchet MS" panose="020B0603020202020204"/>
            </a:rPr>
            <a:t>9. Por fim, será finalizado definitivamente após cada um avaliar o perfil do outro, fazendo com que o E-commerce envie o recibo de Corrida tanto para o E-mail cadastrado e para as notificações do Perfil criado.</a:t>
          </a:r>
        </a:p>
      </dsp:txBody>
      <dsp:txXfrm>
        <a:off x="1955106" y="3842216"/>
        <a:ext cx="6288496" cy="1011863"/>
      </dsp:txXfrm>
    </dsp:sp>
    <dsp:sp modelId="{EBF08BCE-ACE6-4806-A045-0CBD4AB741EB}">
      <dsp:nvSpPr>
        <dsp:cNvPr id="0" name=""/>
        <dsp:cNvSpPr/>
      </dsp:nvSpPr>
      <dsp:spPr>
        <a:xfrm>
          <a:off x="6995871" y="823216"/>
          <a:ext cx="698635" cy="698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7153064" y="823216"/>
        <a:ext cx="384249" cy="525723"/>
      </dsp:txXfrm>
    </dsp:sp>
    <dsp:sp modelId="{D6D0324C-96F3-4EC3-83CC-AB0499B5E509}">
      <dsp:nvSpPr>
        <dsp:cNvPr id="0" name=""/>
        <dsp:cNvSpPr/>
      </dsp:nvSpPr>
      <dsp:spPr>
        <a:xfrm>
          <a:off x="7640286" y="2093462"/>
          <a:ext cx="698635" cy="698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300" kern="1200"/>
        </a:p>
      </dsp:txBody>
      <dsp:txXfrm>
        <a:off x="7797479" y="2093462"/>
        <a:ext cx="384249" cy="525723"/>
      </dsp:txXfrm>
    </dsp:sp>
    <dsp:sp modelId="{7EF20ED4-ABD1-4F6D-9487-8ECE69B398CB}">
      <dsp:nvSpPr>
        <dsp:cNvPr id="0" name=""/>
        <dsp:cNvSpPr/>
      </dsp:nvSpPr>
      <dsp:spPr>
        <a:xfrm>
          <a:off x="8275083" y="3363708"/>
          <a:ext cx="698635" cy="698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432276" y="3363708"/>
        <a:ext cx="384249" cy="525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0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5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0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71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8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5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6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1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7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7877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87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1280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96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6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8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7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2873" y="782782"/>
            <a:ext cx="9008254" cy="3410475"/>
          </a:xfrm>
        </p:spPr>
        <p:txBody>
          <a:bodyPr anchor="ctr">
            <a:normAutofit/>
          </a:bodyPr>
          <a:lstStyle/>
          <a:p>
            <a:r>
              <a:rPr lang="en-US" sz="6000">
                <a:latin typeface="Arial Black"/>
              </a:rPr>
              <a:t>PROJETO INTERDISCIPLINAR - 1ª SEMESTRE - 2020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4165" y="4709627"/>
            <a:ext cx="8956962" cy="11262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Uber </a:t>
            </a:r>
            <a:r>
              <a:rPr lang="en-US" sz="5000" b="1" dirty="0">
                <a:solidFill>
                  <a:schemeClr val="tx1"/>
                </a:solidFill>
                <a:latin typeface="Arial Black"/>
                <a:cs typeface="Arial"/>
              </a:rPr>
              <a:t>- Life Out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5CB18-8024-4078-A6C7-B4DD88E1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500">
                <a:latin typeface="Arial Black"/>
              </a:rPr>
              <a:t>1. Introdução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C2886A-E024-4D73-BB60-8F839B13B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66474"/>
            <a:ext cx="9601200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 Uber é uma plataforma de dispositivo móvel para pessoas que procuram locomover durante seu dia a dia por toda a cidade com transportes privados que podem ser solicitados a qualquer momento, bastando apenas de um smartphone.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Os usuários são dois tipos: motoristas e passageiros. 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Os passageiros são os solicitantes dos modelos de carros e corridas, podendo escolher determinadas formas de pagamento, enquanto os motoristas são os solicitados para realizar corridas.</a:t>
            </a:r>
          </a:p>
          <a:p>
            <a:pPr marL="0" indent="0">
              <a:buNone/>
            </a:pPr>
            <a:endParaRPr lang="pt-BR">
              <a:latin typeface="Arial"/>
              <a:cs typeface="Arial"/>
            </a:endParaRPr>
          </a:p>
          <a:p>
            <a:pPr marL="0" indent="0">
              <a:buNone/>
            </a:pPr>
            <a:endParaRPr lang="pt-BR">
              <a:latin typeface="Arial"/>
              <a:cs typeface="Arial"/>
            </a:endParaRPr>
          </a:p>
          <a:p>
            <a:pPr marL="0" indent="0">
              <a:buNone/>
            </a:pPr>
            <a:endParaRPr lang="pt-BR">
              <a:latin typeface="Arial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A7AA43-8F4A-443A-B9CE-AE5EA5B0FBEE}"/>
              </a:ext>
            </a:extLst>
          </p:cNvPr>
          <p:cNvSpPr txBox="1"/>
          <p:nvPr/>
        </p:nvSpPr>
        <p:spPr>
          <a:xfrm>
            <a:off x="1375611" y="1716505"/>
            <a:ext cx="383606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latin typeface="Arial Black"/>
                <a:cs typeface="Arial"/>
              </a:rPr>
              <a:t>1.1 Uber – O que é? </a:t>
            </a:r>
            <a:endParaRPr lang="pt-BR" sz="240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59372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A3980-899C-40B1-8003-36DCD1BD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000">
                <a:solidFill>
                  <a:schemeClr val="tx1"/>
                </a:solidFill>
                <a:latin typeface="Arial Black"/>
              </a:rPr>
              <a:t>1.2 História e Informações importantes referentes ao Uber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0669E9-2AA9-4882-93FC-969D1DD6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230" y="1273480"/>
            <a:ext cx="9601200" cy="35814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 empresa Uber, fora criado em 2009 com intuito de solicitar automóveis premium, principalmente para executivos, quando os criadores passaram pela dificuldade de não conseguir encontrar um táxi em Paris, entretanto a plataforma passou por transformações, estabelecendo-se em um novo mercado (maior e iniciado por ela).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 reconhecimento da plataforma surgiu com o passar dos tempos, e com ele problemas referentes aos taxistas, nos dias que correm, a Uber dominando esse setor sofre menos, e consegue se readaptar rapidamente as alterações impostas por Políticas Nacionais e Economia.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As informações mais relevantes sobre a Uber são:</a:t>
            </a:r>
          </a:p>
          <a:p>
            <a:pPr marL="342900" indent="-342900">
              <a:buFont typeface="Arial" panose="020B0503020102020204" pitchFamily="34" charset="0"/>
              <a:buChar char="•"/>
            </a:pPr>
            <a:r>
              <a:rPr lang="pt-BR" sz="2000">
                <a:latin typeface="Arial"/>
                <a:cs typeface="Arial"/>
              </a:rPr>
              <a:t>Aplicativo Funcional para passageiros e motoristas;</a:t>
            </a:r>
          </a:p>
          <a:p>
            <a:pPr marL="342900" indent="-342900">
              <a:buFont typeface="Arial" panose="020B0503020102020204" pitchFamily="34" charset="0"/>
              <a:buChar char="•"/>
            </a:pPr>
            <a:r>
              <a:rPr lang="pt-BR" sz="2000">
                <a:latin typeface="Arial"/>
                <a:cs typeface="Arial"/>
              </a:rPr>
              <a:t>Modelos diversos de automóveis (</a:t>
            </a:r>
            <a:r>
              <a:rPr lang="pt-BR" sz="2000" err="1">
                <a:latin typeface="Arial"/>
                <a:ea typeface="+mn-lt"/>
                <a:cs typeface="+mn-lt"/>
              </a:rPr>
              <a:t>uberPOOL</a:t>
            </a:r>
            <a:r>
              <a:rPr lang="pt-BR" sz="2000">
                <a:latin typeface="Arial"/>
                <a:ea typeface="+mn-lt"/>
                <a:cs typeface="+mn-lt"/>
              </a:rPr>
              <a:t>, </a:t>
            </a:r>
            <a:r>
              <a:rPr lang="pt-BR" sz="2000" err="1">
                <a:latin typeface="Arial"/>
                <a:ea typeface="+mn-lt"/>
                <a:cs typeface="+mn-lt"/>
              </a:rPr>
              <a:t>uberX</a:t>
            </a:r>
            <a:r>
              <a:rPr lang="pt-BR" sz="2000">
                <a:latin typeface="Arial"/>
                <a:ea typeface="+mn-lt"/>
                <a:cs typeface="+mn-lt"/>
              </a:rPr>
              <a:t>, </a:t>
            </a:r>
            <a:r>
              <a:rPr lang="pt-BR" sz="2000" err="1">
                <a:latin typeface="Arial"/>
                <a:ea typeface="+mn-lt"/>
                <a:cs typeface="+mn-lt"/>
              </a:rPr>
              <a:t>UberBLACK</a:t>
            </a:r>
            <a:r>
              <a:rPr lang="pt-BR" sz="2000">
                <a:latin typeface="Arial"/>
                <a:ea typeface="+mn-lt"/>
                <a:cs typeface="+mn-lt"/>
              </a:rPr>
              <a:t> e </a:t>
            </a:r>
            <a:r>
              <a:rPr lang="pt-BR" sz="2000" err="1">
                <a:latin typeface="Arial"/>
                <a:ea typeface="+mn-lt"/>
                <a:cs typeface="+mn-lt"/>
              </a:rPr>
              <a:t>UberSELECT</a:t>
            </a:r>
            <a:r>
              <a:rPr lang="pt-BR" sz="2000">
                <a:latin typeface="Arial"/>
                <a:cs typeface="Arial"/>
              </a:rPr>
              <a:t>);</a:t>
            </a:r>
          </a:p>
          <a:p>
            <a:pPr marL="342900" indent="-342900">
              <a:buFont typeface="Arial" panose="020B0503020102020204" pitchFamily="34" charset="0"/>
              <a:buChar char="•"/>
            </a:pPr>
            <a:r>
              <a:rPr lang="pt-BR" sz="2000">
                <a:latin typeface="Arial"/>
                <a:cs typeface="Arial"/>
              </a:rPr>
              <a:t>Tipos de Perfis (Singular, Familiar, Trabalho);</a:t>
            </a:r>
          </a:p>
          <a:p>
            <a:pPr marL="342900" indent="-342900">
              <a:buFont typeface="Arial" panose="020B0503020102020204" pitchFamily="34" charset="0"/>
              <a:buChar char="•"/>
            </a:pPr>
            <a:r>
              <a:rPr lang="pt-BR" sz="2000">
                <a:latin typeface="Arial"/>
                <a:cs typeface="Arial"/>
              </a:rPr>
              <a:t>Regras de Negócios (Baseadas em Leis que seguram Segurança, Estabilidade da Plataforma, Reputação e Respeito no Mercado);</a:t>
            </a:r>
          </a:p>
          <a:p>
            <a:pPr marL="342900" indent="-342900">
              <a:buFont typeface="Arial" panose="020B0503020102020204" pitchFamily="34" charset="0"/>
              <a:buChar char="•"/>
            </a:pPr>
            <a:r>
              <a:rPr lang="pt-BR" sz="2000">
                <a:latin typeface="Arial"/>
                <a:cs typeface="Arial"/>
              </a:rPr>
              <a:t>Site para orientações e dúvidas;</a:t>
            </a:r>
          </a:p>
        </p:txBody>
      </p:sp>
    </p:spTree>
    <p:extLst>
      <p:ext uri="{BB962C8B-B14F-4D97-AF65-F5344CB8AC3E}">
        <p14:creationId xmlns:p14="http://schemas.microsoft.com/office/powerpoint/2010/main" val="2605531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A961A-06EE-4CCE-A1E5-C626BC5F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500">
                <a:latin typeface="Arial Black"/>
                <a:cs typeface="Arial"/>
              </a:rPr>
              <a:t>2. 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D28097-B7D2-41E2-AD99-4EA2B4FCD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32687"/>
            <a:ext cx="9601200" cy="358140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 nome Life Out surgiu da junção de 'Life' - Vida e 'Out' - Fora, demonstrando estarmos buscando uma transformação na vida das pessoas, fazendo com que elas saiam (para fora) das rotinas da vida que vivem, conseguindo entretenimento, relaxar e aproveitar o momento.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 criação do E-commerce Life Out fora baseada no aplicativo Uber, com o intuito de fazer as pessoas saírem da rotina, cansaço e monotonia da vida, não precisando utilizar somente a plataforma para ir da casa ao trabalho, escola ou faculdade, mas para também restaurantes, bares, hotéis, sorveterias, pubs, entre outros estabelecimentos presentes dentro da Plataforma e parceiras da empresa.</a:t>
            </a:r>
          </a:p>
          <a:p>
            <a:pPr marL="0" indent="0">
              <a:buNone/>
            </a:pPr>
            <a:endParaRPr lang="pt-BR" sz="2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Observação: Life Out é um E-commerce Web e Aplicativo, que possui funcionalidades como: </a:t>
            </a:r>
            <a:r>
              <a:rPr lang="pt-BR" sz="2000">
                <a:ea typeface="+mn-lt"/>
                <a:cs typeface="+mn-lt"/>
              </a:rPr>
              <a:t>- Adicionar produtos no carrinho - Reservar produtos - Efetuar pagamentos do comprador (recebimento da venda) - Registrar no site (front </a:t>
            </a:r>
            <a:r>
              <a:rPr lang="pt-BR" sz="2000" err="1">
                <a:ea typeface="+mn-lt"/>
                <a:cs typeface="+mn-lt"/>
              </a:rPr>
              <a:t>end</a:t>
            </a:r>
            <a:r>
              <a:rPr lang="pt-BR" sz="2000">
                <a:ea typeface="+mn-lt"/>
                <a:cs typeface="+mn-lt"/>
              </a:rPr>
              <a:t>) - Escolher tipo de entrega - Acompanhar o pedido</a:t>
            </a:r>
            <a:r>
              <a:rPr lang="pt-BR" sz="2000">
                <a:latin typeface="Trebuchet MS"/>
                <a:cs typeface="Arial"/>
              </a:rPr>
              <a:t>, pouco diferente, por sermos uma de Serviço Automobilístico.</a:t>
            </a:r>
            <a:r>
              <a:rPr lang="pt-BR" sz="2000">
                <a:latin typeface="Arial"/>
                <a:cs typeface="Arial"/>
              </a:rPr>
              <a:t> 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4F8E56-4855-4DC5-882C-75074C39E35A}"/>
              </a:ext>
            </a:extLst>
          </p:cNvPr>
          <p:cNvSpPr txBox="1"/>
          <p:nvPr/>
        </p:nvSpPr>
        <p:spPr>
          <a:xfrm>
            <a:off x="1375611" y="1776663"/>
            <a:ext cx="80972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latin typeface="Arial Black"/>
              </a:rPr>
              <a:t>2.1 Life Out –  Nome e Motivação da Criação </a:t>
            </a:r>
          </a:p>
        </p:txBody>
      </p:sp>
    </p:spTree>
    <p:extLst>
      <p:ext uri="{BB962C8B-B14F-4D97-AF65-F5344CB8AC3E}">
        <p14:creationId xmlns:p14="http://schemas.microsoft.com/office/powerpoint/2010/main" val="1079325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29D07-2F31-4850-A855-CB8AEA7ED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486406" cy="410750"/>
          </a:xfrm>
        </p:spPr>
        <p:txBody>
          <a:bodyPr>
            <a:noAutofit/>
          </a:bodyPr>
          <a:lstStyle/>
          <a:p>
            <a:r>
              <a:rPr lang="pt-BR" sz="2400">
                <a:solidFill>
                  <a:schemeClr val="tx1"/>
                </a:solidFill>
                <a:latin typeface="Arial Black"/>
              </a:rPr>
              <a:t>2.2 Modelo de Negócios </a:t>
            </a:r>
            <a:endParaRPr lang="pt-BR" sz="2400">
              <a:solidFill>
                <a:schemeClr val="tx1"/>
              </a:solidFill>
            </a:endParaRPr>
          </a:p>
        </p:txBody>
      </p:sp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5F314BA7-8021-4026-82D7-4964BDDFB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2043" y="1423325"/>
            <a:ext cx="5337618" cy="4458221"/>
          </a:xfrm>
        </p:spPr>
      </p:pic>
      <p:pic>
        <p:nvPicPr>
          <p:cNvPr id="6" name="Imagem 6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018CE6DF-B450-47C4-9182-A9D87441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714" y="1428234"/>
            <a:ext cx="5029199" cy="44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64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02FD2-12F4-4215-AED5-BAD229A5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96817" cy="807407"/>
          </a:xfrm>
        </p:spPr>
        <p:txBody>
          <a:bodyPr>
            <a:normAutofit fontScale="90000"/>
          </a:bodyPr>
          <a:lstStyle/>
          <a:p>
            <a:r>
              <a:rPr lang="pt-BR" sz="2400">
                <a:solidFill>
                  <a:schemeClr val="tx1"/>
                </a:solidFill>
                <a:latin typeface="Arial Black"/>
              </a:rPr>
              <a:t>2.3 Benchmarking</a:t>
            </a:r>
            <a:br>
              <a:rPr lang="pt-BR">
                <a:latin typeface="Arial Black"/>
              </a:rPr>
            </a:br>
            <a:endParaRPr lang="pt-BR">
              <a:latin typeface="Arial Black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2378ED-6389-4FD0-82D6-780BD9924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6548"/>
            <a:ext cx="9601200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ea typeface="+mn-lt"/>
                <a:cs typeface="+mn-lt"/>
              </a:rPr>
              <a:t>A análise das Regras de Negócios, Modelo de Negócio, Requisitos Funcionais, Não Funcionais, Planejamento Estratégico e Como funciona o Aplicativo Uber, ajudou a termos noções importantes desse setor, no qual enxergamos uma subcategoria que podemos focar e tornar-se referência, a de Transportes Privados Urbano Variados e focados em diversão. Os dados sequentes serão referentes a comparação entre os dois negócios.</a:t>
            </a:r>
            <a:endParaRPr lang="pt-BR" sz="200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6887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DA78C-D378-40F9-BCE5-94A3CCB9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060515" cy="462942"/>
          </a:xfrm>
        </p:spPr>
        <p:txBody>
          <a:bodyPr>
            <a:noAutofit/>
          </a:bodyPr>
          <a:lstStyle/>
          <a:p>
            <a:r>
              <a:rPr lang="pt-BR" sz="2400">
                <a:solidFill>
                  <a:srgbClr val="000000"/>
                </a:solidFill>
                <a:latin typeface="Arial Black"/>
              </a:rPr>
              <a:t>2.3 Regras de Negócios</a:t>
            </a:r>
            <a:endParaRPr lang="pt-BR" sz="2400">
              <a:solidFill>
                <a:srgbClr val="0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E5EDC7-18BC-4F66-838F-E53311C9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21288"/>
            <a:ext cx="10050049" cy="531416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As Regras de Negócios da Life Out possuem algumas que são obrigatórias para empresas do ramo, como a Uber, essas regras são:</a:t>
            </a:r>
          </a:p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RN01. Os motoristas portarem a </a:t>
            </a:r>
            <a:r>
              <a:rPr lang="pt-BR" sz="1400" err="1">
                <a:latin typeface="Arial"/>
                <a:cs typeface="Arial"/>
              </a:rPr>
              <a:t>Conduapp</a:t>
            </a:r>
            <a:r>
              <a:rPr lang="pt-BR" sz="1400">
                <a:latin typeface="Arial"/>
                <a:cs typeface="Arial"/>
              </a:rPr>
              <a:t>;</a:t>
            </a:r>
          </a:p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RN02. Os motoristas possuírem</a:t>
            </a:r>
            <a:r>
              <a:rPr lang="pt-BR" sz="1400">
                <a:latin typeface="Arial"/>
                <a:ea typeface="+mn-lt"/>
                <a:cs typeface="+mn-lt"/>
              </a:rPr>
              <a:t> ficha limpa e sem antecedentes criminais;</a:t>
            </a:r>
          </a:p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RN03. Os motoristas</a:t>
            </a:r>
            <a:r>
              <a:rPr lang="pt-BR" sz="1400">
                <a:latin typeface="Arial"/>
                <a:ea typeface="+mn-lt"/>
                <a:cs typeface="+mn-lt"/>
              </a:rPr>
              <a:t> possuírem CNH original em bom estado e validade;</a:t>
            </a:r>
          </a:p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RN04. Os motoristas possuírem</a:t>
            </a:r>
            <a:r>
              <a:rPr lang="pt-BR" sz="1400">
                <a:latin typeface="Arial"/>
                <a:ea typeface="+mn-lt"/>
                <a:cs typeface="+mn-lt"/>
              </a:rPr>
              <a:t> e comprovar que o automóvel possui no máximo 8 anos de fabricação/modelo;</a:t>
            </a:r>
          </a:p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RN05. </a:t>
            </a:r>
            <a:r>
              <a:rPr lang="pt-BR" sz="1400">
                <a:latin typeface="Arial"/>
                <a:ea typeface="+mn-lt"/>
                <a:cs typeface="+mn-lt"/>
              </a:rPr>
              <a:t>Os motoristas possuírem documentos legais e em ordem do automóvel para uso.</a:t>
            </a:r>
          </a:p>
          <a:p>
            <a:pPr marL="0" indent="0">
              <a:buNone/>
            </a:pPr>
            <a:endParaRPr lang="pt-BR" sz="1400">
              <a:latin typeface="Arial"/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sz="1400">
                <a:latin typeface="Arial"/>
                <a:ea typeface="+mn-lt"/>
                <a:cs typeface="+mn-lt"/>
              </a:rPr>
              <a:t>Claramente, possuímos Regras diferentes do concorrente, pois nosso Modelo de Negócios é para um sub-ramo da área, temos por exemplo:</a:t>
            </a:r>
          </a:p>
          <a:p>
            <a:pPr marL="383540" indent="-383540">
              <a:buNone/>
            </a:pPr>
            <a:r>
              <a:rPr lang="pt-BR" sz="1400">
                <a:latin typeface="Arial"/>
                <a:ea typeface="+mn-lt"/>
                <a:cs typeface="+mn-lt"/>
              </a:rPr>
              <a:t>RN11. A solicitação dos modelos Esportivo, SUV e Limusine serão permitidos apenas no centro da cidade de São Paulo e com destinos de no máximo cerca de 15 Quilômetros de distância do Local de Solicitação, das 10 horas da manhã até 23 horas da noite;</a:t>
            </a:r>
          </a:p>
          <a:p>
            <a:pPr marL="383540" indent="-383540">
              <a:buNone/>
            </a:pPr>
            <a:r>
              <a:rPr lang="pt-BR" sz="1400">
                <a:latin typeface="Arial"/>
                <a:ea typeface="+mn-lt"/>
                <a:cs typeface="+mn-lt"/>
              </a:rPr>
              <a:t>RN12. A solicitação dos modelos Esportivo, SUV e Limusine deverão ser aceitas apenas quando a forma de pagamento ser cartão de crédito;</a:t>
            </a:r>
          </a:p>
          <a:p>
            <a:pPr marL="383540" indent="-383540">
              <a:buNone/>
            </a:pPr>
            <a:r>
              <a:rPr lang="pt-BR" sz="1400">
                <a:latin typeface="Arial"/>
                <a:ea typeface="+mn-lt"/>
                <a:cs typeface="+mn-lt"/>
              </a:rPr>
              <a:t>RN14. Tipos de automóveis para corridas fora do Centro de São Paulo: Cupê, Crossover, </a:t>
            </a:r>
            <a:r>
              <a:rPr lang="pt-BR" sz="1400" err="1">
                <a:latin typeface="Arial"/>
                <a:ea typeface="+mn-lt"/>
                <a:cs typeface="+mn-lt"/>
              </a:rPr>
              <a:t>Hatch</a:t>
            </a:r>
            <a:r>
              <a:rPr lang="pt-BR" sz="1400">
                <a:latin typeface="Arial"/>
                <a:ea typeface="+mn-lt"/>
                <a:cs typeface="+mn-lt"/>
              </a:rPr>
              <a:t>, Jipe e Sedan;</a:t>
            </a:r>
          </a:p>
          <a:p>
            <a:pPr marL="383540" indent="-383540">
              <a:buNone/>
            </a:pPr>
            <a:r>
              <a:rPr lang="pt-BR" sz="1400">
                <a:latin typeface="Arial"/>
                <a:ea typeface="+mn-lt"/>
                <a:cs typeface="+mn-lt"/>
              </a:rPr>
              <a:t>RN15. Os estabelecimentos/ locais parceiros da </a:t>
            </a:r>
            <a:r>
              <a:rPr lang="pt-BR" sz="1400" err="1">
                <a:latin typeface="Arial"/>
                <a:ea typeface="+mn-lt"/>
                <a:cs typeface="+mn-lt"/>
              </a:rPr>
              <a:t>LifeOut</a:t>
            </a:r>
            <a:r>
              <a:rPr lang="pt-BR" sz="1400">
                <a:latin typeface="Arial"/>
                <a:ea typeface="+mn-lt"/>
                <a:cs typeface="+mn-lt"/>
              </a:rPr>
              <a:t> deverão ser: restaurantes, boates, cafeterias, pubs, bares, sorveterias, hotéis, resorts e lojas e precisarão dar descontos de 20% para passageiros do E-commerce quando esses forem ao local de forma agendado. </a:t>
            </a:r>
          </a:p>
          <a:p>
            <a:pPr marL="0" indent="0">
              <a:buNone/>
            </a:pPr>
            <a:endParaRPr lang="pt-BR" sz="1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89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E33B5F-61B9-46AD-8E86-21865D21A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3123"/>
            <a:ext cx="9601200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latin typeface="Arial"/>
                <a:cs typeface="Arial"/>
              </a:rPr>
              <a:t>Os Requisitos Funcionais (RF) e Não Funcionais (RNF) servem para entendermos como será o funcionamento do sistema (Funcionais) e o desempenho, usabilidade, velocidade, precisão, confiabilidade, disponibilidade, entre outros que são referentes a como o E-commerce deverá entregar as funcionalidades para os usuários (Não Funcionais).</a:t>
            </a:r>
          </a:p>
          <a:p>
            <a:pPr marL="0" indent="0">
              <a:buNone/>
            </a:pPr>
            <a:r>
              <a:rPr lang="pt-BR">
                <a:latin typeface="Arial"/>
                <a:cs typeface="Arial"/>
              </a:rPr>
              <a:t>Os Requisitos Funcionais Life Out comparados com o Uber em termos de Cadastrar, Editar, Solicitar Corrida e Finalizar corrida são os mesmos, claro que com novos requisitos, referentes a parceria com estabelecimentos, por exemplo. Segue exemplos de RN e RNF:</a:t>
            </a:r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304B72-6513-4AB2-B934-A78473B81A48}"/>
              </a:ext>
            </a:extLst>
          </p:cNvPr>
          <p:cNvSpPr txBox="1"/>
          <p:nvPr/>
        </p:nvSpPr>
        <p:spPr>
          <a:xfrm>
            <a:off x="1373688" y="705633"/>
            <a:ext cx="83903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latin typeface="Arial Black"/>
              </a:rPr>
              <a:t>2.4 Requisitos Funcionais e Não Funcionais</a:t>
            </a:r>
          </a:p>
        </p:txBody>
      </p:sp>
      <p:pic>
        <p:nvPicPr>
          <p:cNvPr id="7" name="Imagem 7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24C345B9-0D54-4DCE-90BF-F46A6B265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471" y="3774640"/>
            <a:ext cx="2324100" cy="895350"/>
          </a:xfrm>
          <a:prstGeom prst="rect">
            <a:avLst/>
          </a:prstGeom>
        </p:spPr>
      </p:pic>
      <p:pic>
        <p:nvPicPr>
          <p:cNvPr id="9" name="Imagem 9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ECE778F-1C9C-4B63-9F8F-5B1D470BC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316" y="3775748"/>
            <a:ext cx="2314575" cy="893132"/>
          </a:xfrm>
          <a:prstGeom prst="rect">
            <a:avLst/>
          </a:prstGeom>
        </p:spPr>
      </p:pic>
      <p:pic>
        <p:nvPicPr>
          <p:cNvPr id="11" name="Imagem 11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965ED0F1-F1B3-4B53-8243-27EBACF43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443" y="3778881"/>
            <a:ext cx="2324100" cy="886868"/>
          </a:xfrm>
          <a:prstGeom prst="rect">
            <a:avLst/>
          </a:prstGeom>
        </p:spPr>
      </p:pic>
      <p:pic>
        <p:nvPicPr>
          <p:cNvPr id="13" name="Imagem 13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A98D7AE6-831E-4E44-9CB6-82624FE37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143" y="5084393"/>
            <a:ext cx="232579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72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532FEA-8FDF-40B7-BB3D-E9B26C553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532" y="1513562"/>
            <a:ext cx="9601200" cy="50949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pt-BR">
                <a:latin typeface="Arial"/>
                <a:ea typeface="+mn-lt"/>
                <a:cs typeface="Arial"/>
              </a:rPr>
              <a:t>O planejamento estratégico da Life Out é diferente da Uber, na qual de modo geral não buscamos dominar a área de serviços de transporte privado, mas sermos reconhecidos por excelentes serviços de entretenimento envolvendo estabelecimentos físicos, além de uma boa plataforma de transporte. </a:t>
            </a:r>
          </a:p>
          <a:p>
            <a:pPr marL="0" indent="0" algn="just">
              <a:buNone/>
            </a:pPr>
            <a:r>
              <a:rPr lang="pt-BR">
                <a:latin typeface="Arial"/>
                <a:ea typeface="+mn-lt"/>
                <a:cs typeface="Arial"/>
              </a:rPr>
              <a:t>Operacional (base) - Os objetivos e metas nesse caso é possuir um E-commerce estável durante cada dia para com que mais pessoas consigam usar e não precisar reportar problemas ou ter erros durante seu uso, em qualquer etapa, desde cadastro até usar o serviço solicitado.</a:t>
            </a:r>
            <a:endParaRPr lang="pt-BR">
              <a:ea typeface="+mn-lt"/>
              <a:cs typeface="+mn-lt"/>
            </a:endParaRPr>
          </a:p>
          <a:p>
            <a:pPr marL="383540" indent="-383540" algn="just">
              <a:buNone/>
            </a:pPr>
            <a:r>
              <a:rPr lang="pt-BR">
                <a:latin typeface="Arial"/>
                <a:ea typeface="+mn-lt"/>
                <a:cs typeface="Arial"/>
              </a:rPr>
              <a:t>Tático (Gerência) - Aumentar em cerca de 2 anos o número de passageiros cadastradas em 10 vezes, aumentar o número de motoristas cadastrados em 5 vezes e aumentar o número de estabelecimentos cadastrados em até 6 vezes, considerando a quantidade de cadastrados como passageiros, motoristas ou estabelecimentos no primeiro ano.</a:t>
            </a:r>
            <a:endParaRPr lang="pt-BR">
              <a:ea typeface="+mn-lt"/>
              <a:cs typeface="+mn-lt"/>
            </a:endParaRPr>
          </a:p>
          <a:p>
            <a:pPr marL="383540" indent="-383540" algn="just">
              <a:buNone/>
            </a:pPr>
            <a:r>
              <a:rPr lang="pt-BR">
                <a:latin typeface="Arial"/>
                <a:ea typeface="+mn-lt"/>
                <a:cs typeface="Arial"/>
              </a:rPr>
              <a:t>Estratégico (Alta Administração) - Os objetivos para esse caso são três, expandir para mais de 10 Estados Brasileiros, e tornar-se referência em transporte privado particular para sair, aproveitar o dia e descansar da rotina monótona da vida, além de expandir para mais categorias os estabelecimentos parceiros. Entretanto, levando em consideração fatores externos como Política e Economia.</a:t>
            </a:r>
            <a:endParaRPr lang="pt-BR"/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90B395-23FC-48F4-A263-97A8D3D7F56C}"/>
              </a:ext>
            </a:extLst>
          </p:cNvPr>
          <p:cNvSpPr txBox="1"/>
          <p:nvPr/>
        </p:nvSpPr>
        <p:spPr>
          <a:xfrm>
            <a:off x="1300619" y="653441"/>
            <a:ext cx="65949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latin typeface="Arial Black"/>
                <a:cs typeface="Arial"/>
              </a:rPr>
              <a:t>2.4 Planejamento Estratégico</a:t>
            </a:r>
          </a:p>
        </p:txBody>
      </p:sp>
    </p:spTree>
    <p:extLst>
      <p:ext uri="{BB962C8B-B14F-4D97-AF65-F5344CB8AC3E}">
        <p14:creationId xmlns:p14="http://schemas.microsoft.com/office/powerpoint/2010/main" val="130977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902D50A-3323-4A86-BD79-21905C8E7710}"/>
              </a:ext>
            </a:extLst>
          </p:cNvPr>
          <p:cNvSpPr txBox="1"/>
          <p:nvPr/>
        </p:nvSpPr>
        <p:spPr>
          <a:xfrm>
            <a:off x="638606" y="236951"/>
            <a:ext cx="7848179" cy="14859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2.6 </a:t>
            </a:r>
            <a:r>
              <a:rPr lang="en-US" sz="2400" err="1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ArgoUML</a:t>
            </a:r>
            <a:r>
              <a:rPr lang="en-US" sz="240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  - </a:t>
            </a:r>
            <a:r>
              <a:rPr lang="en-US" sz="2400" err="1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Casos</a:t>
            </a:r>
            <a:r>
              <a:rPr lang="en-US" sz="240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 de </a:t>
            </a:r>
            <a:r>
              <a:rPr lang="en-US" sz="2400" err="1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Uso</a:t>
            </a:r>
            <a:r>
              <a:rPr lang="en-US" sz="240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 Geral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30F6DF-822E-482C-8C3F-44C1F226794B}"/>
              </a:ext>
            </a:extLst>
          </p:cNvPr>
          <p:cNvSpPr txBox="1"/>
          <p:nvPr/>
        </p:nvSpPr>
        <p:spPr>
          <a:xfrm>
            <a:off x="279172" y="3886023"/>
            <a:ext cx="11192195" cy="27910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83540" indent="-383540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endParaRPr lang="en-US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7371AD01-5F29-4637-AD38-829B5954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202" y="981646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82A7D85-9D96-4F38-970E-4E1B0C5AE597}"/>
              </a:ext>
            </a:extLst>
          </p:cNvPr>
          <p:cNvSpPr txBox="1"/>
          <p:nvPr/>
        </p:nvSpPr>
        <p:spPr>
          <a:xfrm>
            <a:off x="698740" y="389051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EAF722-C52D-417E-AF5D-6240B2F64FF0}"/>
              </a:ext>
            </a:extLst>
          </p:cNvPr>
          <p:cNvSpPr txBox="1"/>
          <p:nvPr/>
        </p:nvSpPr>
        <p:spPr>
          <a:xfrm>
            <a:off x="640332" y="407652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pic>
        <p:nvPicPr>
          <p:cNvPr id="3" name="Imagem 4" descr="Tela de computado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1B5EC1AA-F831-44C8-8C0C-54809854D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30" y="984993"/>
            <a:ext cx="8724179" cy="207005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A89F8F6-253F-460B-8CB5-26C3D0277DBB}"/>
              </a:ext>
            </a:extLst>
          </p:cNvPr>
          <p:cNvSpPr txBox="1"/>
          <p:nvPr/>
        </p:nvSpPr>
        <p:spPr>
          <a:xfrm>
            <a:off x="641230" y="3099758"/>
            <a:ext cx="87241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Primeiros vamos dar uma olhada no Dono: o Dono é quem comanda toda a empresa. Então vamos dar uma olhada à quem ele comanda.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1734CCC-AD45-4225-8233-72F82C87D958}"/>
              </a:ext>
            </a:extLst>
          </p:cNvPr>
          <p:cNvSpPr txBox="1"/>
          <p:nvPr/>
        </p:nvSpPr>
        <p:spPr>
          <a:xfrm>
            <a:off x="639433" y="5944678"/>
            <a:ext cx="85947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Podemos ver que ele dá ordens para o motorista e </a:t>
            </a:r>
            <a:r>
              <a:rPr lang="pt-BR" err="1"/>
              <a:t>alé</a:t>
            </a:r>
            <a:r>
              <a:rPr lang="pt-BR"/>
              <a:t> disso o Dono dá ordens para mais alguem. E além disso podemos que uma pessoa depende do Motorista</a:t>
            </a:r>
          </a:p>
        </p:txBody>
      </p:sp>
      <p:pic>
        <p:nvPicPr>
          <p:cNvPr id="5" name="Imagem 6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3F86F761-1A44-483C-AAAE-68ADB19C7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72" y="3841541"/>
            <a:ext cx="8609161" cy="203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12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941159B-CA2D-496F-804E-FB27581D7768}"/>
              </a:ext>
            </a:extLst>
          </p:cNvPr>
          <p:cNvSpPr txBox="1"/>
          <p:nvPr/>
        </p:nvSpPr>
        <p:spPr>
          <a:xfrm>
            <a:off x="209909" y="315726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64157D9-0031-421A-ACE9-2FD3BADF6EBA}"/>
              </a:ext>
            </a:extLst>
          </p:cNvPr>
          <p:cNvSpPr txBox="1"/>
          <p:nvPr/>
        </p:nvSpPr>
        <p:spPr>
          <a:xfrm>
            <a:off x="209909" y="3157268"/>
            <a:ext cx="908361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O Dono também dará ordens para o Trabalho Interno na qual o Dono dá ordens de enviar os pedidos para os motorista próximos o pedido de viagem.</a:t>
            </a:r>
          </a:p>
          <a:p>
            <a:r>
              <a:rPr lang="pt-BR" dirty="0"/>
              <a:t>Também podemos ver que o Motorista. Além disso podemos ver que quem </a:t>
            </a:r>
            <a:r>
              <a:rPr lang="pt-BR" dirty="0" err="1"/>
              <a:t>denpende</a:t>
            </a:r>
            <a:r>
              <a:rPr lang="pt-BR" dirty="0"/>
              <a:t> do Motorista são os Passageiros que para poderem fazerem suas viagens precisam primeiro:</a:t>
            </a:r>
          </a:p>
          <a:p>
            <a:pPr marL="285750" indent="-285750">
              <a:buFont typeface="Wingdings"/>
              <a:buChar char="§"/>
            </a:pPr>
            <a:r>
              <a:rPr lang="pt-BR" b="1" dirty="0"/>
              <a:t>Se cadastrar ou </a:t>
            </a:r>
            <a:r>
              <a:rPr lang="pt-BR" b="1" dirty="0" err="1"/>
              <a:t>logarem</a:t>
            </a:r>
            <a:r>
              <a:rPr lang="pt-BR" b="1" dirty="0"/>
              <a:t> no aplicativo;</a:t>
            </a:r>
          </a:p>
          <a:p>
            <a:pPr marL="285750" indent="-285750">
              <a:buFont typeface="Wingdings"/>
              <a:buChar char="§"/>
            </a:pPr>
            <a:r>
              <a:rPr lang="pt-BR" b="1" dirty="0"/>
              <a:t>Indicar um local de encontro e um local de encontro de saída (Quando o trabalhador interno entra);</a:t>
            </a:r>
          </a:p>
          <a:p>
            <a:pPr marL="285750" indent="-285750">
              <a:buFont typeface="Wingdings"/>
              <a:buChar char="§"/>
            </a:pPr>
            <a:r>
              <a:rPr lang="pt-BR" b="1" dirty="0"/>
              <a:t>Esperar pelo Motorista próximo (onde o trabalhador interno finaliza);</a:t>
            </a:r>
          </a:p>
          <a:p>
            <a:pPr marL="285750" indent="-285750">
              <a:buFont typeface="Wingdings"/>
              <a:buChar char="§"/>
            </a:pPr>
            <a:r>
              <a:rPr lang="pt-BR" b="1" dirty="0"/>
              <a:t>Ao acabar a viagem </a:t>
            </a:r>
            <a:r>
              <a:rPr lang="pt-BR" b="1" dirty="0" err="1"/>
              <a:t>page</a:t>
            </a:r>
            <a:r>
              <a:rPr lang="pt-BR" b="1" dirty="0"/>
              <a:t> o motorista </a:t>
            </a:r>
          </a:p>
          <a:p>
            <a:pPr marL="285750" indent="-285750">
              <a:buFont typeface="Wingdings"/>
              <a:buChar char="§"/>
            </a:pPr>
            <a:endParaRPr lang="pt-BR" b="1"/>
          </a:p>
        </p:txBody>
      </p:sp>
      <p:pic>
        <p:nvPicPr>
          <p:cNvPr id="9" name="Imagem 9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2957BAF3-24F9-4DE8-8AF3-554EA608A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09" y="639515"/>
            <a:ext cx="9083614" cy="2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58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285663-8D36-4D23-9780-3B426B4C2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5247"/>
            <a:ext cx="9654237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 dirty="0">
                <a:latin typeface="Arial"/>
                <a:cs typeface="Arial"/>
              </a:rPr>
              <a:t>Os Casos de Uso Expandido é um passo a passo que o passageiro irá seguir para conseguir usar o E-commerce, solicitar corridas e chegar ao seu destino (no nosso caso).</a:t>
            </a:r>
            <a:endParaRPr lang="en-US" sz="2000" dirty="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r>
              <a:rPr lang="pt-BR" sz="2000" dirty="0">
                <a:latin typeface="Arial"/>
                <a:cs typeface="Arial"/>
              </a:rPr>
              <a:t>A descrição feita pelos Casos Expandidos são em relação ao comportamento, e não como serão implementados na Plataforma.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2D62FF-F891-4C17-8FF5-12E243FEBB52}"/>
              </a:ext>
            </a:extLst>
          </p:cNvPr>
          <p:cNvSpPr txBox="1"/>
          <p:nvPr/>
        </p:nvSpPr>
        <p:spPr>
          <a:xfrm>
            <a:off x="673769" y="784058"/>
            <a:ext cx="57811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latin typeface="Arial Black"/>
                <a:cs typeface="Arial"/>
              </a:rPr>
              <a:t>2.7 </a:t>
            </a:r>
            <a:r>
              <a:rPr lang="pt-BR" sz="2000" dirty="0" err="1">
                <a:latin typeface="Arial Black"/>
                <a:cs typeface="Arial"/>
              </a:rPr>
              <a:t>ArgoUML</a:t>
            </a:r>
            <a:r>
              <a:rPr lang="pt-BR" sz="2000" dirty="0">
                <a:latin typeface="Arial Black"/>
                <a:cs typeface="Arial"/>
              </a:rPr>
              <a:t> – Casos de Uso Expandido</a:t>
            </a:r>
          </a:p>
        </p:txBody>
      </p:sp>
    </p:spTree>
    <p:extLst>
      <p:ext uri="{BB962C8B-B14F-4D97-AF65-F5344CB8AC3E}">
        <p14:creationId xmlns:p14="http://schemas.microsoft.com/office/powerpoint/2010/main" val="24493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ED5C7A-E405-4775-9BD9-C7FDEBF5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466" y="686721"/>
            <a:ext cx="4686405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 dirty="0">
                <a:latin typeface="Arial"/>
                <a:cs typeface="Arial"/>
              </a:rPr>
              <a:t>Caso de Uso Expandido do E-commerce Life Out trata-se de um conjunto de passos que irão desde a Entrada no E-commerce, Cadastramento do Passageiro até o Momento de Finalizar a Jornada.</a:t>
            </a:r>
            <a:endParaRPr lang="pt-BR" sz="2000" dirty="0"/>
          </a:p>
        </p:txBody>
      </p:sp>
      <p:pic>
        <p:nvPicPr>
          <p:cNvPr id="9" name="Imagem 9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5AC9F216-3FCC-4A8C-B2C0-6D7707E3F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544" y="683385"/>
            <a:ext cx="4294413" cy="548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70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9F889364-2226-468B-89E3-681A9ADDC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4553" y="1208089"/>
            <a:ext cx="5260227" cy="4443201"/>
          </a:xfrm>
        </p:spPr>
      </p:pic>
    </p:spTree>
    <p:extLst>
      <p:ext uri="{BB962C8B-B14F-4D97-AF65-F5344CB8AC3E}">
        <p14:creationId xmlns:p14="http://schemas.microsoft.com/office/powerpoint/2010/main" val="3391064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35955E-B63D-42D5-B9E3-EEE9DA15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34" y="1382486"/>
            <a:ext cx="4490054" cy="4093028"/>
          </a:xfrm>
        </p:spPr>
        <p:txBody>
          <a:bodyPr anchor="ctr">
            <a:normAutofit/>
          </a:bodyPr>
          <a:lstStyle/>
          <a:p>
            <a:r>
              <a:rPr lang="pt-BR" sz="2400" b="1">
                <a:solidFill>
                  <a:schemeClr val="tx1"/>
                </a:solidFill>
                <a:latin typeface="Arial Black"/>
              </a:rPr>
              <a:t>Detalhamento de Exemplo de Caso de Uso Expandido - Corrida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EBED7760-8825-42A6-9FC4-3407EC9DE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22407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5482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5520BA35-36B8-44D4-9E7E-29FCAE864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4030105"/>
              </p:ext>
            </p:extLst>
          </p:nvPr>
        </p:nvGraphicFramePr>
        <p:xfrm>
          <a:off x="1286933" y="1066227"/>
          <a:ext cx="9618133" cy="488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787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A77E444-5697-4263-B282-CB2118EE4C84}"/>
              </a:ext>
            </a:extLst>
          </p:cNvPr>
          <p:cNvSpPr txBox="1"/>
          <p:nvPr/>
        </p:nvSpPr>
        <p:spPr>
          <a:xfrm>
            <a:off x="851220" y="368858"/>
            <a:ext cx="39062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latin typeface="Arial Black"/>
              </a:rPr>
              <a:t>2.5 Design Life Out</a:t>
            </a:r>
          </a:p>
        </p:txBody>
      </p:sp>
      <p:pic>
        <p:nvPicPr>
          <p:cNvPr id="7" name="Imagem 7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66D5D62E-4AE7-412B-9720-A2D2108878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704" y="1417543"/>
            <a:ext cx="9375271" cy="5258635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A208ED7-AB44-4A0C-8FB8-8FD2C846E120}"/>
              </a:ext>
            </a:extLst>
          </p:cNvPr>
          <p:cNvSpPr txBox="1"/>
          <p:nvPr/>
        </p:nvSpPr>
        <p:spPr>
          <a:xfrm>
            <a:off x="4162926" y="89434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Página Inicial - Desktop</a:t>
            </a:r>
          </a:p>
        </p:txBody>
      </p:sp>
    </p:spTree>
    <p:extLst>
      <p:ext uri="{BB962C8B-B14F-4D97-AF65-F5344CB8AC3E}">
        <p14:creationId xmlns:p14="http://schemas.microsoft.com/office/powerpoint/2010/main" val="643069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E678D7AA-253D-416A-ADDA-D205878C6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0029" y="1046432"/>
            <a:ext cx="10015277" cy="5530033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DC48209-BE8F-4FC4-B90D-05C3C226BB95}"/>
              </a:ext>
            </a:extLst>
          </p:cNvPr>
          <p:cNvSpPr txBox="1"/>
          <p:nvPr/>
        </p:nvSpPr>
        <p:spPr>
          <a:xfrm>
            <a:off x="4363452" y="533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Cadastro - Desktop</a:t>
            </a:r>
          </a:p>
        </p:txBody>
      </p:sp>
    </p:spTree>
    <p:extLst>
      <p:ext uri="{BB962C8B-B14F-4D97-AF65-F5344CB8AC3E}">
        <p14:creationId xmlns:p14="http://schemas.microsoft.com/office/powerpoint/2010/main" val="1225920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76A6C1CE-E7F9-4051-A6E2-9E6728911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993" y="1190373"/>
            <a:ext cx="9921706" cy="5363018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FD29426-1D14-43DF-A8D3-CD8272A4B2B1}"/>
              </a:ext>
            </a:extLst>
          </p:cNvPr>
          <p:cNvSpPr txBox="1"/>
          <p:nvPr/>
        </p:nvSpPr>
        <p:spPr>
          <a:xfrm>
            <a:off x="4102768" y="463215"/>
            <a:ext cx="44376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Passageiro - Desktop</a:t>
            </a:r>
          </a:p>
        </p:txBody>
      </p:sp>
    </p:spTree>
    <p:extLst>
      <p:ext uri="{BB962C8B-B14F-4D97-AF65-F5344CB8AC3E}">
        <p14:creationId xmlns:p14="http://schemas.microsoft.com/office/powerpoint/2010/main" val="183090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19F3E89F-375C-4B78-9D1D-79B6B2468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232" y="1170044"/>
            <a:ext cx="10079666" cy="5352581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3FAE263-BB32-4AE1-8A1D-5A000836719E}"/>
              </a:ext>
            </a:extLst>
          </p:cNvPr>
          <p:cNvSpPr txBox="1"/>
          <p:nvPr/>
        </p:nvSpPr>
        <p:spPr>
          <a:xfrm>
            <a:off x="4363452" y="56347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Motorista - Desktop</a:t>
            </a:r>
          </a:p>
        </p:txBody>
      </p:sp>
    </p:spTree>
    <p:extLst>
      <p:ext uri="{BB962C8B-B14F-4D97-AF65-F5344CB8AC3E}">
        <p14:creationId xmlns:p14="http://schemas.microsoft.com/office/powerpoint/2010/main" val="1020757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texto, screenshot&#10;&#10;Descrição gerada com muito alta confiança">
            <a:extLst>
              <a:ext uri="{FF2B5EF4-FFF2-40B4-BE49-F238E27FC236}">
                <a16:creationId xmlns:a16="http://schemas.microsoft.com/office/drawing/2014/main" id="{BE654836-0CFA-4939-8C31-38986643E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944" y="1374691"/>
            <a:ext cx="9924872" cy="5049867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F2E3F85-0DCC-4181-81AE-DEBF232CB70D}"/>
              </a:ext>
            </a:extLst>
          </p:cNvPr>
          <p:cNvSpPr txBox="1"/>
          <p:nvPr/>
        </p:nvSpPr>
        <p:spPr>
          <a:xfrm>
            <a:off x="3932320" y="563479"/>
            <a:ext cx="34550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Estabelecimento - Desktop</a:t>
            </a:r>
          </a:p>
        </p:txBody>
      </p:sp>
    </p:spTree>
    <p:extLst>
      <p:ext uri="{BB962C8B-B14F-4D97-AF65-F5344CB8AC3E}">
        <p14:creationId xmlns:p14="http://schemas.microsoft.com/office/powerpoint/2010/main" val="1857985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&#10;&#10;Descrição gerada com alta confiança">
            <a:extLst>
              <a:ext uri="{FF2B5EF4-FFF2-40B4-BE49-F238E27FC236}">
                <a16:creationId xmlns:a16="http://schemas.microsoft.com/office/drawing/2014/main" id="{F13023FA-A96A-4015-B174-6BCFF44D2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2412" y="957432"/>
            <a:ext cx="3699644" cy="5083930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F1B930F-37A2-4838-ABD3-7B3F7E912222}"/>
              </a:ext>
            </a:extLst>
          </p:cNvPr>
          <p:cNvSpPr txBox="1"/>
          <p:nvPr/>
        </p:nvSpPr>
        <p:spPr>
          <a:xfrm>
            <a:off x="4794584" y="36295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Início - App</a:t>
            </a:r>
          </a:p>
        </p:txBody>
      </p:sp>
    </p:spTree>
    <p:extLst>
      <p:ext uri="{BB962C8B-B14F-4D97-AF65-F5344CB8AC3E}">
        <p14:creationId xmlns:p14="http://schemas.microsoft.com/office/powerpoint/2010/main" val="1932880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889AFA8E-493A-4E82-AA4F-9307E43BA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3874" y="1057695"/>
            <a:ext cx="5388009" cy="4983667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76F425A-5296-4C4E-BF82-74162E29D836}"/>
              </a:ext>
            </a:extLst>
          </p:cNvPr>
          <p:cNvSpPr txBox="1"/>
          <p:nvPr/>
        </p:nvSpPr>
        <p:spPr>
          <a:xfrm>
            <a:off x="4724399" y="48326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Cadastro - App</a:t>
            </a:r>
          </a:p>
        </p:txBody>
      </p:sp>
    </p:spTree>
    <p:extLst>
      <p:ext uri="{BB962C8B-B14F-4D97-AF65-F5344CB8AC3E}">
        <p14:creationId xmlns:p14="http://schemas.microsoft.com/office/powerpoint/2010/main" val="4112473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10798B2B-98B2-494F-ADD6-1DDFF875A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0664" y="1127879"/>
            <a:ext cx="6784244" cy="5204246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602EEFB-59B8-4BC8-962C-5AB0536FCAD5}"/>
              </a:ext>
            </a:extLst>
          </p:cNvPr>
          <p:cNvSpPr txBox="1"/>
          <p:nvPr/>
        </p:nvSpPr>
        <p:spPr>
          <a:xfrm>
            <a:off x="4724400" y="533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Passageiro - App</a:t>
            </a:r>
          </a:p>
        </p:txBody>
      </p:sp>
    </p:spTree>
    <p:extLst>
      <p:ext uri="{BB962C8B-B14F-4D97-AF65-F5344CB8AC3E}">
        <p14:creationId xmlns:p14="http://schemas.microsoft.com/office/powerpoint/2010/main" val="163345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17873D5F-F241-4946-B250-3A99CBA2A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672" y="1117853"/>
            <a:ext cx="6274807" cy="4923509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B1FE940-EC42-44BC-BBAF-6F25ECDE77D3}"/>
              </a:ext>
            </a:extLst>
          </p:cNvPr>
          <p:cNvSpPr txBox="1"/>
          <p:nvPr/>
        </p:nvSpPr>
        <p:spPr>
          <a:xfrm>
            <a:off x="4142873" y="51334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Perfil Usuário - App</a:t>
            </a:r>
          </a:p>
        </p:txBody>
      </p:sp>
    </p:spTree>
    <p:extLst>
      <p:ext uri="{BB962C8B-B14F-4D97-AF65-F5344CB8AC3E}">
        <p14:creationId xmlns:p14="http://schemas.microsoft.com/office/powerpoint/2010/main" val="391401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0F49583E-DE4C-4FD6-A8B7-39396E120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1570" y="967458"/>
            <a:ext cx="6292143" cy="5234325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C8F39C5-71B4-45C6-97FE-95107876B482}"/>
              </a:ext>
            </a:extLst>
          </p:cNvPr>
          <p:cNvSpPr txBox="1"/>
          <p:nvPr/>
        </p:nvSpPr>
        <p:spPr>
          <a:xfrm>
            <a:off x="4353426" y="40305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Estabelecimento - App</a:t>
            </a:r>
          </a:p>
        </p:txBody>
      </p:sp>
    </p:spTree>
    <p:extLst>
      <p:ext uri="{BB962C8B-B14F-4D97-AF65-F5344CB8AC3E}">
        <p14:creationId xmlns:p14="http://schemas.microsoft.com/office/powerpoint/2010/main" val="2785557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78A84347-034E-407A-860E-583F3EEE7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9530" y="1010035"/>
            <a:ext cx="7113104" cy="5542805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4EDF8B4-2121-4117-966B-9B81071C934C}"/>
              </a:ext>
            </a:extLst>
          </p:cNvPr>
          <p:cNvSpPr txBox="1"/>
          <p:nvPr/>
        </p:nvSpPr>
        <p:spPr>
          <a:xfrm>
            <a:off x="4718769" y="39262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pt-BR" b="1" dirty="0"/>
              <a:t>Motorista - App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9533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618E67-E5F0-4385-B7A7-EE3106640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dirty="0"/>
          </a:p>
          <a:p>
            <a:pPr>
              <a:buFont typeface="Arial" charset="2"/>
              <a:buChar char="•"/>
            </a:pPr>
            <a:endParaRPr lang="pt-BR" dirty="0"/>
          </a:p>
          <a:p>
            <a:pPr>
              <a:buFont typeface="Arial" charset="2"/>
              <a:buChar char="•"/>
            </a:pP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875E02-EE8F-48C1-8175-0867C4A7907E}"/>
              </a:ext>
            </a:extLst>
          </p:cNvPr>
          <p:cNvSpPr txBox="1"/>
          <p:nvPr/>
        </p:nvSpPr>
        <p:spPr>
          <a:xfrm>
            <a:off x="679301" y="427686"/>
            <a:ext cx="30847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latin typeface="Arial Black"/>
              </a:rPr>
              <a:t>2.6 </a:t>
            </a:r>
            <a:r>
              <a:rPr lang="pt-BR" sz="2400" dirty="0" err="1">
                <a:latin typeface="Arial Black"/>
              </a:rPr>
              <a:t>Bizagi</a:t>
            </a:r>
            <a:r>
              <a:rPr lang="pt-BR" sz="2400" dirty="0">
                <a:latin typeface="Arial Black"/>
              </a:rPr>
              <a:t> 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4863C7F-35A7-44E7-80D4-2D11F70654A6}"/>
              </a:ext>
            </a:extLst>
          </p:cNvPr>
          <p:cNvSpPr txBox="1"/>
          <p:nvPr/>
        </p:nvSpPr>
        <p:spPr>
          <a:xfrm>
            <a:off x="1229711" y="2622331"/>
            <a:ext cx="7853854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800" dirty="0">
                <a:ea typeface="+mn-lt"/>
                <a:cs typeface="+mn-lt"/>
              </a:rPr>
              <a:t>Modelagem dos processos</a:t>
            </a:r>
            <a:endParaRPr lang="pt-BR" dirty="0">
              <a:ea typeface="+mn-lt"/>
              <a:cs typeface="+mn-lt"/>
            </a:endParaRPr>
          </a:p>
          <a:p>
            <a:pPr algn="ctr"/>
            <a:r>
              <a:rPr lang="pt-BR" sz="4800" dirty="0">
                <a:ea typeface="+mn-lt"/>
                <a:cs typeface="+mn-lt"/>
              </a:rPr>
              <a:t> com o uso do BPMN</a:t>
            </a:r>
            <a:endParaRPr lang="pt-BR"/>
          </a:p>
          <a:p>
            <a:endParaRPr lang="pt-BR" sz="2800" dirty="0">
              <a:ea typeface="+mn-lt"/>
              <a:cs typeface="+mn-lt"/>
            </a:endParaRP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79156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4" descr="Uma imagem contendo screenshot, texto&#10;&#10;Descrição gerada com muito alta confiança">
            <a:extLst>
              <a:ext uri="{FF2B5EF4-FFF2-40B4-BE49-F238E27FC236}">
                <a16:creationId xmlns:a16="http://schemas.microsoft.com/office/drawing/2014/main" id="{CF81F436-9F31-4BB1-BC28-771154520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883" y="1339406"/>
            <a:ext cx="10200743" cy="5188906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7DE8E0E-31F1-4ACB-BD97-453F0A1C11B7}"/>
              </a:ext>
            </a:extLst>
          </p:cNvPr>
          <p:cNvSpPr txBox="1"/>
          <p:nvPr/>
        </p:nvSpPr>
        <p:spPr>
          <a:xfrm>
            <a:off x="1375611" y="401410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latin typeface="Arial Black"/>
              </a:rPr>
              <a:t>2.6 </a:t>
            </a:r>
            <a:r>
              <a:rPr lang="pt-BR" sz="2400" dirty="0" err="1">
                <a:latin typeface="Arial Black"/>
              </a:rPr>
              <a:t>Bizagi</a:t>
            </a:r>
            <a:r>
              <a:rPr lang="pt-BR" sz="2400" dirty="0">
                <a:latin typeface="Arial Black"/>
              </a:rPr>
              <a:t> 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081C27-9552-4497-A368-62A69B00C0D5}"/>
              </a:ext>
            </a:extLst>
          </p:cNvPr>
          <p:cNvSpPr txBox="1"/>
          <p:nvPr/>
        </p:nvSpPr>
        <p:spPr>
          <a:xfrm>
            <a:off x="4984819" y="763224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+mn-lt"/>
                <a:cs typeface="+mn-lt"/>
              </a:rPr>
              <a:t>Cadastro do Usuário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3473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6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232AA8CB-2956-4FCA-B853-764F92F80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480" y="1451490"/>
            <a:ext cx="7472675" cy="288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71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4" descr="Uma imagem contendo screenshot, texto&#10;&#10;Descrição gerada com muito alta confiança">
            <a:extLst>
              <a:ext uri="{FF2B5EF4-FFF2-40B4-BE49-F238E27FC236}">
                <a16:creationId xmlns:a16="http://schemas.microsoft.com/office/drawing/2014/main" id="{CF81F436-9F31-4BB1-BC28-771154520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883" y="1339406"/>
            <a:ext cx="10200743" cy="5188906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7DE8E0E-31F1-4ACB-BD97-453F0A1C11B7}"/>
              </a:ext>
            </a:extLst>
          </p:cNvPr>
          <p:cNvSpPr txBox="1"/>
          <p:nvPr/>
        </p:nvSpPr>
        <p:spPr>
          <a:xfrm>
            <a:off x="1375611" y="401410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latin typeface="Arial Black"/>
              </a:rPr>
              <a:t>2.6 </a:t>
            </a:r>
            <a:r>
              <a:rPr lang="pt-BR" sz="2400" dirty="0" err="1">
                <a:latin typeface="Arial Black"/>
              </a:rPr>
              <a:t>Bizagi</a:t>
            </a:r>
            <a:r>
              <a:rPr lang="pt-BR" sz="2400" dirty="0">
                <a:latin typeface="Arial Black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18416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1A0D290D-4BEA-4CBA-BBE8-EDB278183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925" y="667906"/>
            <a:ext cx="10510881" cy="6062388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156721B-285B-43E5-BECB-AD595D3BC0C5}"/>
              </a:ext>
            </a:extLst>
          </p:cNvPr>
          <p:cNvSpPr txBox="1"/>
          <p:nvPr/>
        </p:nvSpPr>
        <p:spPr>
          <a:xfrm>
            <a:off x="5559469" y="235907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/>
              <a:t>Viagem</a:t>
            </a:r>
          </a:p>
        </p:txBody>
      </p:sp>
    </p:spTree>
    <p:extLst>
      <p:ext uri="{BB962C8B-B14F-4D97-AF65-F5344CB8AC3E}">
        <p14:creationId xmlns:p14="http://schemas.microsoft.com/office/powerpoint/2010/main" val="2614368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CD4BF815-5F0C-4FAD-B700-4AA822CF5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161" y="1351307"/>
            <a:ext cx="6457770" cy="4464169"/>
          </a:xfrm>
        </p:spPr>
      </p:pic>
    </p:spTree>
    <p:extLst>
      <p:ext uri="{BB962C8B-B14F-4D97-AF65-F5344CB8AC3E}">
        <p14:creationId xmlns:p14="http://schemas.microsoft.com/office/powerpoint/2010/main" val="42623805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screenshot&#10;&#10;Descrição gerada com muito alta confiança">
            <a:extLst>
              <a:ext uri="{FF2B5EF4-FFF2-40B4-BE49-F238E27FC236}">
                <a16:creationId xmlns:a16="http://schemas.microsoft.com/office/drawing/2014/main" id="{0BA24B05-19D6-4E04-ABA9-F6EC6F65A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624" y="1584096"/>
            <a:ext cx="8664488" cy="3689958"/>
          </a:xfrm>
        </p:spPr>
      </p:pic>
    </p:spTree>
    <p:extLst>
      <p:ext uri="{BB962C8B-B14F-4D97-AF65-F5344CB8AC3E}">
        <p14:creationId xmlns:p14="http://schemas.microsoft.com/office/powerpoint/2010/main" val="1351392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1A0D290D-4BEA-4CBA-BBE8-EDB278183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925" y="667906"/>
            <a:ext cx="10510881" cy="6062388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156721B-285B-43E5-BECB-AD595D3BC0C5}"/>
              </a:ext>
            </a:extLst>
          </p:cNvPr>
          <p:cNvSpPr txBox="1"/>
          <p:nvPr/>
        </p:nvSpPr>
        <p:spPr>
          <a:xfrm>
            <a:off x="5559469" y="235907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/>
              <a:t>Viagem</a:t>
            </a:r>
          </a:p>
        </p:txBody>
      </p:sp>
    </p:spTree>
    <p:extLst>
      <p:ext uri="{BB962C8B-B14F-4D97-AF65-F5344CB8AC3E}">
        <p14:creationId xmlns:p14="http://schemas.microsoft.com/office/powerpoint/2010/main" val="9232149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screenshot&#10;&#10;Descrição gerada com muito alta confiança">
            <a:extLst>
              <a:ext uri="{FF2B5EF4-FFF2-40B4-BE49-F238E27FC236}">
                <a16:creationId xmlns:a16="http://schemas.microsoft.com/office/drawing/2014/main" id="{0BA24B05-19D6-4E04-ABA9-F6EC6F65A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624" y="1584096"/>
            <a:ext cx="8664488" cy="3689958"/>
          </a:xfrm>
        </p:spPr>
      </p:pic>
    </p:spTree>
    <p:extLst>
      <p:ext uri="{BB962C8B-B14F-4D97-AF65-F5344CB8AC3E}">
        <p14:creationId xmlns:p14="http://schemas.microsoft.com/office/powerpoint/2010/main" val="10562466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5" descr="Uma imagem contendo texto, screenshot&#10;&#10;Descrição gerada com muito alta confiança">
            <a:extLst>
              <a:ext uri="{FF2B5EF4-FFF2-40B4-BE49-F238E27FC236}">
                <a16:creationId xmlns:a16="http://schemas.microsoft.com/office/drawing/2014/main" id="{62BC947D-4915-4294-9C7B-05FE6A739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89" y="502044"/>
            <a:ext cx="11240019" cy="606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554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E819FFBB-4A99-4F5A-98CA-81D76F14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44" y="2004283"/>
            <a:ext cx="9914350" cy="317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834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E26E3-CADD-42C0-9DE9-86218F41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500" dirty="0">
                <a:latin typeface="Arial Black"/>
              </a:rPr>
              <a:t>3. Conclusão</a:t>
            </a:r>
            <a:endParaRPr lang="pt-BR" dirty="0">
              <a:latin typeface="Arial Black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11200C-F27A-40C4-84FD-D3335F6D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141544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 dirty="0">
                <a:latin typeface="Arial"/>
                <a:ea typeface="+mn-lt"/>
                <a:cs typeface="+mn-lt"/>
              </a:rPr>
              <a:t>O trabalho desenvolvido, servirá de base para futuros projetos que teremos nesse mercado de tecnologia, ao longo de nossas carreiras, estando mais atentos a partes importantes de um negócio, e compreendendo de uma maneira abrangente dados e informações essências, como Regras de Negócio, Requisitos, Modelo de Negócio e Planejamento Estratégico.</a:t>
            </a:r>
          </a:p>
          <a:p>
            <a:pPr marL="0" indent="0">
              <a:buNone/>
            </a:pPr>
            <a:endParaRPr lang="pt-BR" sz="2000">
              <a:latin typeface="Aria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21019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04356-17B2-47F3-BA95-D96586EC0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676" y="1711740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 b="1" dirty="0">
                <a:latin typeface="Arial"/>
                <a:cs typeface="Arial"/>
              </a:rPr>
              <a:t>Nomes Integrantes:</a:t>
            </a:r>
          </a:p>
          <a:p>
            <a:pPr marL="0" indent="0">
              <a:buNone/>
            </a:pPr>
            <a:endParaRPr lang="pt-BR" sz="2000" b="1">
              <a:latin typeface="Arial"/>
              <a:ea typeface="+mn-lt"/>
              <a:cs typeface="Arial"/>
            </a:endParaRP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Hugo André Lucena RGM: 2319762-5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Lucas Santos Nascimento RGM: 2343534-8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João Pedro Ferreira de Souza Batista RGM: 2316257-1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Mateus Ferreira RGM: 2324613-8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Matheus Ramos Pinto RGM: 2352127-9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Willian Mendes de Santana RGM: 2316353-4</a:t>
            </a:r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66238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TF00001241</Template>
  <Application>Microsoft Office PowerPoint</Application>
  <PresentationFormat>Widescreen</PresentationFormat>
  <Slides>40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1" baseType="lpstr">
      <vt:lpstr>Facet</vt:lpstr>
      <vt:lpstr>PROJETO INTERDISCIPLINAR - 1ª SEMESTRE - 2020</vt:lpstr>
      <vt:lpstr>1. Introdução</vt:lpstr>
      <vt:lpstr>1.2 História e Informações importantes referentes ao Uber</vt:lpstr>
      <vt:lpstr>2. Desenvolvimento</vt:lpstr>
      <vt:lpstr>2.2 Modelo de Negócios </vt:lpstr>
      <vt:lpstr>2.3 Benchmarking </vt:lpstr>
      <vt:lpstr>2.3 Regras de Negócios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Detalhamento de Exemplo de Caso de Uso Expandido - Corrida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3. Conclusão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589</cp:revision>
  <dcterms:created xsi:type="dcterms:W3CDTF">2020-05-07T00:00:51Z</dcterms:created>
  <dcterms:modified xsi:type="dcterms:W3CDTF">2020-05-22T11:23:58Z</dcterms:modified>
</cp:coreProperties>
</file>